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0" r:id="rId6"/>
    <p:sldId id="269" r:id="rId7"/>
    <p:sldId id="262" r:id="rId8"/>
    <p:sldId id="268" r:id="rId9"/>
    <p:sldId id="261" r:id="rId10"/>
    <p:sldId id="263" r:id="rId11"/>
    <p:sldId id="264" r:id="rId12"/>
    <p:sldId id="265" r:id="rId13"/>
    <p:sldId id="266" r:id="rId14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 scaleToFitPaper="1"/>
  <p:showPr showNarration="1">
    <p:present/>
    <p:sldAll/>
    <p:penClr>
      <a:srgbClr val="FF0000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  <p:ext uri="ACF4677E-8BD2-47ae-8A1F-98590045965D">
      <hp:hncThemeShow xmlns="" xmlns:c="http://schemas.openxmlformats.org/drawingml/2006/chart" xmlns:dgm="http://schemas.openxmlformats.org/drawingml/2006/diagram" xmlns:dsp="http://schemas.microsoft.com/office/drawing/2008/diagram" xmlns:hp="http://schemas.haansoft.com/office/presentation/8.0" themeShowType="1" themeSkinType="1" themeTransitionType="1" useThemeTransition="1" byMouseClick="1" attrType="1" dur="200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81" d="100"/>
          <a:sy n="81" d="100"/>
        </p:scale>
        <p:origin x="67" y="86"/>
      </p:cViewPr>
      <p:guideLst/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l">
              <a:defRPr sz="1200"/>
            </a:lvl1pPr>
          </a:lstStyle>
          <a:p>
            <a:pPr lvl="0"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r">
              <a:defRPr sz="1200"/>
            </a:lvl1pPr>
          </a:lstStyle>
          <a:p>
            <a:pPr lvl="0">
              <a:defRPr/>
            </a:pPr>
            <a:fld id="{5282F153-3F37-0F45-9E97-73ACFA13230C}" type="datetime1">
              <a:rPr lang="en-US"/>
              <a:pPr lvl="0">
                <a:defRPr/>
              </a:pPr>
              <a:t>1/26/2026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 noTextEdi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anchor="ctr"/>
          <a:lstStyle/>
          <a:p>
            <a:pPr lvl="0">
              <a:defRPr/>
            </a:pPr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/>
          <a:lstStyle/>
          <a:p>
            <a:pPr lvl="0">
              <a:defRPr/>
            </a:pPr>
            <a:r>
              <a:rPr lang="en-US"/>
              <a:t>Click to edit Master text styles</a:t>
            </a:r>
          </a:p>
          <a:p>
            <a:pPr lvl="1">
              <a:defRPr/>
            </a:pPr>
            <a:r>
              <a:rPr lang="en-US"/>
              <a:t>Second level</a:t>
            </a:r>
          </a:p>
          <a:p>
            <a:pPr lvl="2">
              <a:defRPr/>
            </a:pPr>
            <a:r>
              <a:rPr lang="en-US"/>
              <a:t>Third level</a:t>
            </a:r>
          </a:p>
          <a:p>
            <a:pPr lvl="3">
              <a:defRPr/>
            </a:pPr>
            <a:r>
              <a:rPr lang="en-US"/>
              <a:t>Fourth level</a:t>
            </a:r>
          </a:p>
          <a:p>
            <a:pPr lvl="4">
              <a:defRPr/>
            </a:pPr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anchor="b"/>
          <a:lstStyle>
            <a:lvl1pPr algn="l">
              <a:defRPr sz="1200"/>
            </a:lvl1pPr>
          </a:lstStyle>
          <a:p>
            <a:pPr lvl="0"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anchor="b"/>
          <a:lstStyle>
            <a:lvl1pPr algn="r">
              <a:defRPr sz="1200"/>
            </a:lvl1pPr>
          </a:lstStyle>
          <a:p>
            <a:pPr lvl="0">
              <a:defRPr/>
            </a:pPr>
            <a:fld id="{CE5E9CC1-C706-0F49-92D6-E571CC5EEA8F}" type="slidenum">
              <a:rPr lang="en-US"/>
              <a:pPr lvl="0"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7FC404-374D-E12F-EC52-DB0010BFB2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D22FA53-79CD-DFD8-9029-1F83D91301C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62C8D7F-70FC-473E-F085-AE1944157CB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C1CF6C6-8893-7F13-DF85-035ED87F56A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643093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F7021451-1387-4CA6-816F-3879F97B5CBC}" type="slidenum">
              <a:rPr lang="en-US"/>
              <a:pPr lvl="0">
                <a:defRPr/>
              </a:pPr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815133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13" Type="http://schemas.openxmlformats.org/officeDocument/2006/relationships/image" Target="../media/image17.png"/><Relationship Id="rId18" Type="http://schemas.openxmlformats.org/officeDocument/2006/relationships/image" Target="../media/image22.png"/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12" Type="http://schemas.openxmlformats.org/officeDocument/2006/relationships/image" Target="../media/image16.png"/><Relationship Id="rId17" Type="http://schemas.openxmlformats.org/officeDocument/2006/relationships/image" Target="../media/image21.png"/><Relationship Id="rId2" Type="http://schemas.openxmlformats.org/officeDocument/2006/relationships/notesSlide" Target="../notesSlides/notesSlide2.xml"/><Relationship Id="rId16" Type="http://schemas.openxmlformats.org/officeDocument/2006/relationships/image" Target="../media/image20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.png"/><Relationship Id="rId11" Type="http://schemas.openxmlformats.org/officeDocument/2006/relationships/image" Target="../media/image15.png"/><Relationship Id="rId5" Type="http://schemas.openxmlformats.org/officeDocument/2006/relationships/image" Target="../media/image9.png"/><Relationship Id="rId15" Type="http://schemas.openxmlformats.org/officeDocument/2006/relationships/image" Target="../media/image19.png"/><Relationship Id="rId10" Type="http://schemas.openxmlformats.org/officeDocument/2006/relationships/image" Target="../media/image14.png"/><Relationship Id="rId19" Type="http://schemas.openxmlformats.org/officeDocument/2006/relationships/image" Target="../media/image23.png"/><Relationship Id="rId4" Type="http://schemas.openxmlformats.org/officeDocument/2006/relationships/image" Target="../media/image8.png"/><Relationship Id="rId9" Type="http://schemas.openxmlformats.org/officeDocument/2006/relationships/image" Target="../media/image13.png"/><Relationship Id="rId14" Type="http://schemas.openxmlformats.org/officeDocument/2006/relationships/image" Target="../media/image18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.png"/><Relationship Id="rId3" Type="http://schemas.openxmlformats.org/officeDocument/2006/relationships/image" Target="../media/image9.png"/><Relationship Id="rId7" Type="http://schemas.openxmlformats.org/officeDocument/2006/relationships/image" Target="../media/image27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6.png"/><Relationship Id="rId11" Type="http://schemas.openxmlformats.org/officeDocument/2006/relationships/image" Target="../media/image31.png"/><Relationship Id="rId5" Type="http://schemas.openxmlformats.org/officeDocument/2006/relationships/image" Target="../media/image25.png"/><Relationship Id="rId10" Type="http://schemas.openxmlformats.org/officeDocument/2006/relationships/image" Target="../media/image30.png"/><Relationship Id="rId4" Type="http://schemas.openxmlformats.org/officeDocument/2006/relationships/image" Target="../media/image24.png"/><Relationship Id="rId9" Type="http://schemas.openxmlformats.org/officeDocument/2006/relationships/image" Target="../media/image29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35.png"/><Relationship Id="rId3" Type="http://schemas.openxmlformats.org/officeDocument/2006/relationships/image" Target="../media/image9.png"/><Relationship Id="rId7" Type="http://schemas.openxmlformats.org/officeDocument/2006/relationships/image" Target="../media/image34.png"/><Relationship Id="rId12" Type="http://schemas.openxmlformats.org/officeDocument/2006/relationships/image" Target="../media/image39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3.png"/><Relationship Id="rId11" Type="http://schemas.openxmlformats.org/officeDocument/2006/relationships/image" Target="../media/image38.png"/><Relationship Id="rId5" Type="http://schemas.openxmlformats.org/officeDocument/2006/relationships/image" Target="../media/image32.png"/><Relationship Id="rId10" Type="http://schemas.openxmlformats.org/officeDocument/2006/relationships/image" Target="../media/image37.png"/><Relationship Id="rId4" Type="http://schemas.openxmlformats.org/officeDocument/2006/relationships/image" Target="../media/image24.png"/><Relationship Id="rId9" Type="http://schemas.openxmlformats.org/officeDocument/2006/relationships/image" Target="../media/image36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43.png"/><Relationship Id="rId3" Type="http://schemas.openxmlformats.org/officeDocument/2006/relationships/image" Target="../media/image9.png"/><Relationship Id="rId7" Type="http://schemas.openxmlformats.org/officeDocument/2006/relationships/image" Target="../media/image42.png"/><Relationship Id="rId12" Type="http://schemas.openxmlformats.org/officeDocument/2006/relationships/image" Target="../media/image4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1.png"/><Relationship Id="rId11" Type="http://schemas.openxmlformats.org/officeDocument/2006/relationships/image" Target="../media/image46.png"/><Relationship Id="rId5" Type="http://schemas.openxmlformats.org/officeDocument/2006/relationships/image" Target="../media/image40.png"/><Relationship Id="rId10" Type="http://schemas.openxmlformats.org/officeDocument/2006/relationships/image" Target="../media/image45.png"/><Relationship Id="rId4" Type="http://schemas.openxmlformats.org/officeDocument/2006/relationships/image" Target="../media/image24.png"/><Relationship Id="rId9" Type="http://schemas.openxmlformats.org/officeDocument/2006/relationships/image" Target="../media/image44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50.png"/><Relationship Id="rId3" Type="http://schemas.openxmlformats.org/officeDocument/2006/relationships/image" Target="../media/image9.png"/><Relationship Id="rId7" Type="http://schemas.openxmlformats.org/officeDocument/2006/relationships/image" Target="../media/image49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8.png"/><Relationship Id="rId5" Type="http://schemas.openxmlformats.org/officeDocument/2006/relationships/image" Target="../media/image34.png"/><Relationship Id="rId4" Type="http://schemas.openxmlformats.org/officeDocument/2006/relationships/image" Target="../media/image24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51.png"/><Relationship Id="rId3" Type="http://schemas.openxmlformats.org/officeDocument/2006/relationships/image" Target="../media/image9.png"/><Relationship Id="rId7" Type="http://schemas.openxmlformats.org/officeDocument/2006/relationships/image" Target="../media/image49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8.png"/><Relationship Id="rId5" Type="http://schemas.openxmlformats.org/officeDocument/2006/relationships/image" Target="../media/image34.png"/><Relationship Id="rId4" Type="http://schemas.openxmlformats.org/officeDocument/2006/relationships/image" Target="../media/image24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57.png"/><Relationship Id="rId3" Type="http://schemas.openxmlformats.org/officeDocument/2006/relationships/image" Target="../media/image52.png"/><Relationship Id="rId7" Type="http://schemas.openxmlformats.org/officeDocument/2006/relationships/image" Target="../media/image5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5.png"/><Relationship Id="rId11" Type="http://schemas.openxmlformats.org/officeDocument/2006/relationships/image" Target="../media/image60.png"/><Relationship Id="rId5" Type="http://schemas.openxmlformats.org/officeDocument/2006/relationships/image" Target="../media/image54.png"/><Relationship Id="rId10" Type="http://schemas.openxmlformats.org/officeDocument/2006/relationships/image" Target="../media/image59.png"/><Relationship Id="rId4" Type="http://schemas.openxmlformats.org/officeDocument/2006/relationships/image" Target="../media/image53.png"/><Relationship Id="rId9" Type="http://schemas.openxmlformats.org/officeDocument/2006/relationships/image" Target="../media/image58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61.png"/><Relationship Id="rId3" Type="http://schemas.openxmlformats.org/officeDocument/2006/relationships/image" Target="../media/image9.png"/><Relationship Id="rId7" Type="http://schemas.openxmlformats.org/officeDocument/2006/relationships/image" Target="../media/image49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8.png"/><Relationship Id="rId5" Type="http://schemas.openxmlformats.org/officeDocument/2006/relationships/image" Target="../media/image34.png"/><Relationship Id="rId4" Type="http://schemas.openxmlformats.org/officeDocument/2006/relationships/image" Target="../media/image24.png"/><Relationship Id="rId9" Type="http://schemas.openxmlformats.org/officeDocument/2006/relationships/image" Target="../media/image62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64.png"/><Relationship Id="rId3" Type="http://schemas.openxmlformats.org/officeDocument/2006/relationships/image" Target="../media/image9.png"/><Relationship Id="rId7" Type="http://schemas.openxmlformats.org/officeDocument/2006/relationships/image" Target="../media/image49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8.png"/><Relationship Id="rId5" Type="http://schemas.openxmlformats.org/officeDocument/2006/relationships/image" Target="../media/image63.png"/><Relationship Id="rId10" Type="http://schemas.openxmlformats.org/officeDocument/2006/relationships/image" Target="../media/image66.png"/><Relationship Id="rId4" Type="http://schemas.openxmlformats.org/officeDocument/2006/relationships/image" Target="../media/image24.png"/><Relationship Id="rId9" Type="http://schemas.openxmlformats.org/officeDocument/2006/relationships/image" Target="../media/image65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0.png"/><Relationship Id="rId3" Type="http://schemas.openxmlformats.org/officeDocument/2006/relationships/image" Target="../media/image9.png"/><Relationship Id="rId7" Type="http://schemas.openxmlformats.org/officeDocument/2006/relationships/image" Target="../media/image69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8.png"/><Relationship Id="rId5" Type="http://schemas.openxmlformats.org/officeDocument/2006/relationships/image" Target="../media/image67.png"/><Relationship Id="rId4" Type="http://schemas.openxmlformats.org/officeDocument/2006/relationships/image" Target="../media/image24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4.png"/><Relationship Id="rId3" Type="http://schemas.openxmlformats.org/officeDocument/2006/relationships/image" Target="../media/image9.png"/><Relationship Id="rId7" Type="http://schemas.openxmlformats.org/officeDocument/2006/relationships/image" Target="../media/image7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2.png"/><Relationship Id="rId5" Type="http://schemas.openxmlformats.org/officeDocument/2006/relationships/image" Target="../media/image71.png"/><Relationship Id="rId4" Type="http://schemas.openxmlformats.org/officeDocument/2006/relationships/image" Target="../media/image24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75.png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8394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5400000">
            <a:off x="-2784215" y="3422742"/>
            <a:ext cx="6858000" cy="127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10800000">
            <a:off x="0" y="1019091"/>
            <a:ext cx="12192000" cy="1270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6907" y="2056447"/>
            <a:ext cx="8101353" cy="1303073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1854" y="5667648"/>
            <a:ext cx="3122177" cy="432843"/>
          </a:xfrm>
          <a:prstGeom prst="rect">
            <a:avLst/>
          </a:prstGeom>
        </p:spPr>
      </p:pic>
      <p:pic>
        <p:nvPicPr>
          <p:cNvPr id="6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06716" y="3316224"/>
            <a:ext cx="8103049" cy="549320"/>
          </a:xfrm>
          <a:prstGeom prst="rect">
            <a:avLst/>
          </a:prstGeom>
        </p:spPr>
      </p:pic>
      <p:pic>
        <p:nvPicPr>
          <p:cNvPr id="7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11295" y="5348357"/>
            <a:ext cx="1150097" cy="44341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0800000">
            <a:off x="0" y="1019091"/>
            <a:ext cx="12192000" cy="127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5400000">
            <a:off x="-2784215" y="3422648"/>
            <a:ext cx="6858000" cy="1270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-2"/>
            <a:ext cx="654050" cy="6858000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12003" y="2125186"/>
            <a:ext cx="1411605" cy="1737995"/>
          </a:xfrm>
          <a:prstGeom prst="rect">
            <a:avLst/>
          </a:prstGeom>
        </p:spPr>
      </p:pic>
      <p:pic>
        <p:nvPicPr>
          <p:cNvPr id="6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10679" y="477023"/>
            <a:ext cx="2663520" cy="590354"/>
          </a:xfrm>
          <a:prstGeom prst="rect">
            <a:avLst/>
          </a:prstGeom>
        </p:spPr>
      </p:pic>
      <p:pic>
        <p:nvPicPr>
          <p:cNvPr id="7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019226" y="2994533"/>
            <a:ext cx="4757599" cy="521872"/>
          </a:xfrm>
          <a:prstGeom prst="rect">
            <a:avLst/>
          </a:prstGeom>
        </p:spPr>
      </p:pic>
      <p:pic>
        <p:nvPicPr>
          <p:cNvPr id="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411404" y="2994298"/>
            <a:ext cx="603910" cy="495367"/>
          </a:xfrm>
          <a:prstGeom prst="rect">
            <a:avLst/>
          </a:prstGeom>
        </p:spPr>
      </p:pic>
      <p:pic>
        <p:nvPicPr>
          <p:cNvPr id="9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411404" y="3550088"/>
            <a:ext cx="603910" cy="495367"/>
          </a:xfrm>
          <a:prstGeom prst="rect">
            <a:avLst/>
          </a:prstGeom>
        </p:spPr>
      </p:pic>
      <p:pic>
        <p:nvPicPr>
          <p:cNvPr id="10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411404" y="4105878"/>
            <a:ext cx="603910" cy="495367"/>
          </a:xfrm>
          <a:prstGeom prst="rect">
            <a:avLst/>
          </a:prstGeom>
        </p:spPr>
      </p:pic>
      <p:pic>
        <p:nvPicPr>
          <p:cNvPr id="11" name="Image 9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019226" y="4079164"/>
            <a:ext cx="4757599" cy="521872"/>
          </a:xfrm>
          <a:prstGeom prst="rect">
            <a:avLst/>
          </a:prstGeom>
        </p:spPr>
      </p:pic>
      <p:pic>
        <p:nvPicPr>
          <p:cNvPr id="12" name="Image 10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411722" y="4661694"/>
            <a:ext cx="603910" cy="495367"/>
          </a:xfrm>
          <a:prstGeom prst="rect">
            <a:avLst/>
          </a:prstGeom>
        </p:spPr>
      </p:pic>
      <p:pic>
        <p:nvPicPr>
          <p:cNvPr id="13" name="Image 11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026339" y="3523558"/>
            <a:ext cx="4950132" cy="521872"/>
          </a:xfrm>
          <a:prstGeom prst="rect">
            <a:avLst/>
          </a:prstGeom>
        </p:spPr>
      </p:pic>
      <p:pic>
        <p:nvPicPr>
          <p:cNvPr id="14" name="Image 12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7029069" y="4648702"/>
            <a:ext cx="4757599" cy="521872"/>
          </a:xfrm>
          <a:prstGeom prst="rect">
            <a:avLst/>
          </a:prstGeom>
        </p:spPr>
      </p:pic>
      <p:pic>
        <p:nvPicPr>
          <p:cNvPr id="15" name="Image 13" descr="preencoded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7026021" y="5200555"/>
            <a:ext cx="4757599" cy="521872"/>
          </a:xfrm>
          <a:prstGeom prst="rect">
            <a:avLst/>
          </a:prstGeom>
        </p:spPr>
      </p:pic>
      <p:pic>
        <p:nvPicPr>
          <p:cNvPr id="16" name="Image 14" descr="preencoded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418199" y="5200326"/>
            <a:ext cx="603910" cy="495367"/>
          </a:xfrm>
          <a:prstGeom prst="rect">
            <a:avLst/>
          </a:prstGeom>
        </p:spPr>
      </p:pic>
      <p:pic>
        <p:nvPicPr>
          <p:cNvPr id="17" name="Image 15" descr="preencoded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6418199" y="5756116"/>
            <a:ext cx="603910" cy="495367"/>
          </a:xfrm>
          <a:prstGeom prst="rect">
            <a:avLst/>
          </a:prstGeom>
        </p:spPr>
      </p:pic>
      <p:pic>
        <p:nvPicPr>
          <p:cNvPr id="18" name="Image 16" descr="preencoded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7026021" y="5729580"/>
            <a:ext cx="4950132" cy="521872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1"/>
            <a:ext cx="654050" cy="68580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10800000">
            <a:off x="0" y="1020679"/>
            <a:ext cx="12192000" cy="9525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15955" y="1470177"/>
            <a:ext cx="9839325" cy="1616075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0679" y="294681"/>
            <a:ext cx="967740" cy="772603"/>
          </a:xfrm>
          <a:prstGeom prst="rect">
            <a:avLst/>
          </a:prstGeom>
        </p:spPr>
      </p:pic>
      <p:pic>
        <p:nvPicPr>
          <p:cNvPr id="7" name="Image 5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516018" y="3690271"/>
            <a:ext cx="3289059" cy="575506"/>
          </a:xfrm>
          <a:prstGeom prst="rect">
            <a:avLst/>
          </a:prstGeom>
        </p:spPr>
      </p:pic>
      <p:pic>
        <p:nvPicPr>
          <p:cNvPr id="8" name="Image 6" descr="preencoded.png"/>
          <p:cNvPicPr>
            <a:picLocks noChangeAspect="1"/>
          </p:cNvPicPr>
          <p:nvPr/>
        </p:nvPicPr>
        <p:blipFill rotWithShape="1">
          <a:blip r:embed="rId8"/>
          <a:stretch>
            <a:fillRect/>
          </a:stretch>
        </p:blipFill>
        <p:spPr>
          <a:xfrm>
            <a:off x="1516018" y="5024152"/>
            <a:ext cx="3289059" cy="575506"/>
          </a:xfrm>
          <a:prstGeom prst="rect">
            <a:avLst/>
          </a:prstGeom>
        </p:spPr>
      </p:pic>
      <p:pic>
        <p:nvPicPr>
          <p:cNvPr id="9" name="Image 7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249050" y="4172715"/>
            <a:ext cx="5728970" cy="1139190"/>
          </a:xfrm>
          <a:prstGeom prst="rect">
            <a:avLst/>
          </a:prstGeom>
        </p:spPr>
      </p:pic>
      <p:pic>
        <p:nvPicPr>
          <p:cNvPr id="10" name="Image 8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623936" y="520871"/>
            <a:ext cx="4454184" cy="503825"/>
          </a:xfrm>
          <a:prstGeom prst="rect">
            <a:avLst/>
          </a:prstGeom>
        </p:spPr>
      </p:pic>
      <p:pic>
        <p:nvPicPr>
          <p:cNvPr id="11" name="Image 9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 rot="5374746">
            <a:off x="4593029" y="3706434"/>
            <a:ext cx="1116330" cy="187706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A36791ED-3CE5-8E05-7CA4-F1D7044DA247}"/>
              </a:ext>
            </a:extLst>
          </p:cNvPr>
          <p:cNvSpPr txBox="1"/>
          <p:nvPr/>
        </p:nvSpPr>
        <p:spPr>
          <a:xfrm>
            <a:off x="215704" y="6251484"/>
            <a:ext cx="8766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solidFill>
                  <a:schemeClr val="bg1"/>
                </a:solidFill>
              </a:rPr>
              <a:t>1</a:t>
            </a:r>
            <a:endParaRPr lang="ko-KR" altLang="en-US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" y="496"/>
            <a:ext cx="654050" cy="68580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10800000">
            <a:off x="1" y="1020679"/>
            <a:ext cx="12192000" cy="9525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80160" y="1888937"/>
            <a:ext cx="4502150" cy="3723005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81049" y="1888703"/>
            <a:ext cx="4501515" cy="57785"/>
          </a:xfrm>
          <a:prstGeom prst="rect">
            <a:avLst/>
          </a:prstGeom>
        </p:spPr>
      </p:pic>
      <p:pic>
        <p:nvPicPr>
          <p:cNvPr id="6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632687" y="1881372"/>
            <a:ext cx="1574165" cy="436880"/>
          </a:xfrm>
          <a:prstGeom prst="rect">
            <a:avLst/>
          </a:prstGeom>
        </p:spPr>
      </p:pic>
      <p:pic>
        <p:nvPicPr>
          <p:cNvPr id="7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10679" y="294681"/>
            <a:ext cx="970615" cy="772603"/>
          </a:xfrm>
          <a:prstGeom prst="rect">
            <a:avLst/>
          </a:prstGeom>
        </p:spPr>
      </p:pic>
      <p:pic>
        <p:nvPicPr>
          <p:cNvPr id="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623936" y="520497"/>
            <a:ext cx="4454184" cy="503825"/>
          </a:xfrm>
          <a:prstGeom prst="rect">
            <a:avLst/>
          </a:prstGeom>
        </p:spPr>
      </p:pic>
      <p:pic>
        <p:nvPicPr>
          <p:cNvPr id="10" name="Image 8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628851" y="2700109"/>
            <a:ext cx="3875898" cy="2849851"/>
          </a:xfrm>
          <a:prstGeom prst="rect">
            <a:avLst/>
          </a:prstGeom>
        </p:spPr>
      </p:pic>
      <p:pic>
        <p:nvPicPr>
          <p:cNvPr id="12" name="Image 10" descr="preencoded.png"/>
          <p:cNvPicPr>
            <a:picLocks noChangeAspect="1"/>
          </p:cNvPicPr>
          <p:nvPr/>
        </p:nvPicPr>
        <p:blipFill rotWithShape="1">
          <a:blip r:embed="rId11"/>
          <a:stretch>
            <a:fillRect/>
          </a:stretch>
        </p:blipFill>
        <p:spPr>
          <a:xfrm>
            <a:off x="1616812" y="1848986"/>
            <a:ext cx="1590040" cy="501650"/>
          </a:xfrm>
          <a:prstGeom prst="rect">
            <a:avLst/>
          </a:prstGeom>
        </p:spPr>
      </p:pic>
      <p:pic>
        <p:nvPicPr>
          <p:cNvPr id="13" name="Image 11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774879" y="1917319"/>
            <a:ext cx="4114800" cy="3819500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0CAECD47-F41B-1C82-15B3-4BC9F06EBBD8}"/>
              </a:ext>
            </a:extLst>
          </p:cNvPr>
          <p:cNvSpPr txBox="1"/>
          <p:nvPr/>
        </p:nvSpPr>
        <p:spPr>
          <a:xfrm>
            <a:off x="215704" y="6251484"/>
            <a:ext cx="8766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solidFill>
                  <a:schemeClr val="bg1"/>
                </a:solidFill>
              </a:rPr>
              <a:t>2</a:t>
            </a:r>
            <a:endParaRPr lang="ko-KR" altLang="en-US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" y="611"/>
            <a:ext cx="654050" cy="68580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10800000">
            <a:off x="1" y="1020680"/>
            <a:ext cx="12192000" cy="9525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02374" y="1952342"/>
            <a:ext cx="4320154" cy="1099046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502383" y="1951994"/>
            <a:ext cx="4320154" cy="42979"/>
          </a:xfrm>
          <a:prstGeom prst="rect">
            <a:avLst/>
          </a:prstGeom>
        </p:spPr>
      </p:pic>
      <p:pic>
        <p:nvPicPr>
          <p:cNvPr id="6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10679" y="294681"/>
            <a:ext cx="970615" cy="772603"/>
          </a:xfrm>
          <a:prstGeom prst="rect">
            <a:avLst/>
          </a:prstGeom>
        </p:spPr>
      </p:pic>
      <p:pic>
        <p:nvPicPr>
          <p:cNvPr id="8" name="Image 6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623936" y="520497"/>
            <a:ext cx="4454184" cy="503825"/>
          </a:xfrm>
          <a:prstGeom prst="rect">
            <a:avLst/>
          </a:prstGeom>
        </p:spPr>
      </p:pic>
      <p:pic>
        <p:nvPicPr>
          <p:cNvPr id="9" name="Image 7" descr="preencoded.png"/>
          <p:cNvPicPr>
            <a:picLocks noChangeAspect="1"/>
          </p:cNvPicPr>
          <p:nvPr/>
        </p:nvPicPr>
        <p:blipFill rotWithShape="1">
          <a:blip r:embed="rId9"/>
          <a:stretch>
            <a:fillRect/>
          </a:stretch>
        </p:blipFill>
        <p:spPr>
          <a:xfrm>
            <a:off x="1579048" y="2183282"/>
            <a:ext cx="4161866" cy="637165"/>
          </a:xfrm>
          <a:prstGeom prst="rect">
            <a:avLst/>
          </a:prstGeom>
        </p:spPr>
      </p:pic>
      <p:pic>
        <p:nvPicPr>
          <p:cNvPr id="10" name="Image 8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33885" y="1948628"/>
            <a:ext cx="4320154" cy="1099046"/>
          </a:xfrm>
          <a:prstGeom prst="rect">
            <a:avLst/>
          </a:prstGeom>
        </p:spPr>
      </p:pic>
      <p:pic>
        <p:nvPicPr>
          <p:cNvPr id="11" name="Image 9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33894" y="1948279"/>
            <a:ext cx="4320154" cy="42979"/>
          </a:xfrm>
          <a:prstGeom prst="rect">
            <a:avLst/>
          </a:prstGeom>
        </p:spPr>
      </p:pic>
      <p:pic>
        <p:nvPicPr>
          <p:cNvPr id="12" name="Image 10" descr="preencoded.png"/>
          <p:cNvPicPr>
            <a:picLocks noChangeAspect="1"/>
          </p:cNvPicPr>
          <p:nvPr/>
        </p:nvPicPr>
        <p:blipFill rotWithShape="1">
          <a:blip r:embed="rId10"/>
          <a:stretch>
            <a:fillRect/>
          </a:stretch>
        </p:blipFill>
        <p:spPr>
          <a:xfrm>
            <a:off x="7189705" y="2183282"/>
            <a:ext cx="4161866" cy="637165"/>
          </a:xfrm>
          <a:prstGeom prst="rect">
            <a:avLst/>
          </a:prstGeom>
        </p:spPr>
      </p:pic>
      <p:pic>
        <p:nvPicPr>
          <p:cNvPr id="13" name="Image 11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99904" y="4366016"/>
            <a:ext cx="4320154" cy="1099046"/>
          </a:xfrm>
          <a:prstGeom prst="rect">
            <a:avLst/>
          </a:prstGeom>
        </p:spPr>
      </p:pic>
      <p:pic>
        <p:nvPicPr>
          <p:cNvPr id="14" name="Image 12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499914" y="4365667"/>
            <a:ext cx="4320154" cy="42979"/>
          </a:xfrm>
          <a:prstGeom prst="rect">
            <a:avLst/>
          </a:prstGeom>
        </p:spPr>
      </p:pic>
      <p:pic>
        <p:nvPicPr>
          <p:cNvPr id="15" name="Image 13" descr="preencoded.png"/>
          <p:cNvPicPr>
            <a:picLocks noChangeAspect="1"/>
          </p:cNvPicPr>
          <p:nvPr/>
        </p:nvPicPr>
        <p:blipFill rotWithShape="1">
          <a:blip r:embed="rId11"/>
          <a:stretch>
            <a:fillRect/>
          </a:stretch>
        </p:blipFill>
        <p:spPr>
          <a:xfrm>
            <a:off x="1579048" y="4593565"/>
            <a:ext cx="4161866" cy="637165"/>
          </a:xfrm>
          <a:prstGeom prst="rect">
            <a:avLst/>
          </a:prstGeom>
        </p:spPr>
      </p:pic>
      <p:pic>
        <p:nvPicPr>
          <p:cNvPr id="16" name="Image 1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31408" y="4362625"/>
            <a:ext cx="4320154" cy="1099046"/>
          </a:xfrm>
          <a:prstGeom prst="rect">
            <a:avLst/>
          </a:prstGeom>
        </p:spPr>
      </p:pic>
      <p:pic>
        <p:nvPicPr>
          <p:cNvPr id="17" name="Image 15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31417" y="4362276"/>
            <a:ext cx="4320154" cy="42979"/>
          </a:xfrm>
          <a:prstGeom prst="rect">
            <a:avLst/>
          </a:prstGeom>
        </p:spPr>
      </p:pic>
      <p:pic>
        <p:nvPicPr>
          <p:cNvPr id="18" name="Image 16" descr="preencoded.png"/>
          <p:cNvPicPr>
            <a:picLocks noChangeAspect="1"/>
          </p:cNvPicPr>
          <p:nvPr/>
        </p:nvPicPr>
        <p:blipFill rotWithShape="1">
          <a:blip r:embed="rId12"/>
          <a:stretch>
            <a:fillRect/>
          </a:stretch>
        </p:blipFill>
        <p:spPr>
          <a:xfrm>
            <a:off x="7189696" y="4638872"/>
            <a:ext cx="4161866" cy="637165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04DF3B5D-133D-49D4-1B58-524BF91A42B7}"/>
              </a:ext>
            </a:extLst>
          </p:cNvPr>
          <p:cNvSpPr txBox="1"/>
          <p:nvPr/>
        </p:nvSpPr>
        <p:spPr>
          <a:xfrm>
            <a:off x="215704" y="6251484"/>
            <a:ext cx="8766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solidFill>
                  <a:schemeClr val="bg1"/>
                </a:solidFill>
              </a:rPr>
              <a:t>3</a:t>
            </a:r>
            <a:endParaRPr lang="ko-KR" altLang="en-US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34CFC1E-8EBB-9F56-9D57-DDB3398291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
            <a:extLst>
              <a:ext uri="{FF2B5EF4-FFF2-40B4-BE49-F238E27FC236}">
                <a16:creationId xmlns:a16="http://schemas.microsoft.com/office/drawing/2014/main" id="{8EE6CB39-D9C8-804B-44B8-A9A02B8ACFD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558"/>
            <a:ext cx="654050" cy="6858000"/>
          </a:xfrm>
          <a:prstGeom prst="rect">
            <a:avLst/>
          </a:prstGeom>
        </p:spPr>
      </p:pic>
      <p:pic>
        <p:nvPicPr>
          <p:cNvPr id="3" name="Image 1" descr="preencoded.png">
            <a:extLst>
              <a:ext uri="{FF2B5EF4-FFF2-40B4-BE49-F238E27FC236}">
                <a16:creationId xmlns:a16="http://schemas.microsoft.com/office/drawing/2014/main" id="{454F8E93-6E92-E8D8-29A3-B6372A415D8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10800000">
            <a:off x="0" y="1020680"/>
            <a:ext cx="12192000" cy="9525"/>
          </a:xfrm>
          <a:prstGeom prst="rect">
            <a:avLst/>
          </a:prstGeom>
        </p:spPr>
      </p:pic>
      <p:pic>
        <p:nvPicPr>
          <p:cNvPr id="4" name="Image 2" descr="preencoded.png">
            <a:extLst>
              <a:ext uri="{FF2B5EF4-FFF2-40B4-BE49-F238E27FC236}">
                <a16:creationId xmlns:a16="http://schemas.microsoft.com/office/drawing/2014/main" id="{4CC8B687-BA21-AF20-E279-4D4EDA8E32C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13700" y="1543755"/>
            <a:ext cx="1574165" cy="436880"/>
          </a:xfrm>
          <a:prstGeom prst="rect">
            <a:avLst/>
          </a:prstGeom>
        </p:spPr>
      </p:pic>
      <p:pic>
        <p:nvPicPr>
          <p:cNvPr id="5" name="Image 3" descr="preencoded.png">
            <a:extLst>
              <a:ext uri="{FF2B5EF4-FFF2-40B4-BE49-F238E27FC236}">
                <a16:creationId xmlns:a16="http://schemas.microsoft.com/office/drawing/2014/main" id="{0FC702FF-AE5F-6EEF-AA1C-3C3690AB73C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0679" y="294681"/>
            <a:ext cx="970615" cy="772603"/>
          </a:xfrm>
          <a:prstGeom prst="rect">
            <a:avLst/>
          </a:prstGeom>
        </p:spPr>
      </p:pic>
      <p:pic>
        <p:nvPicPr>
          <p:cNvPr id="7" name="Image 5" descr="preencoded.png">
            <a:extLst>
              <a:ext uri="{FF2B5EF4-FFF2-40B4-BE49-F238E27FC236}">
                <a16:creationId xmlns:a16="http://schemas.microsoft.com/office/drawing/2014/main" id="{E1C4FCFE-9950-706E-CFDF-3A3DA71FA35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623936" y="520386"/>
            <a:ext cx="4454184" cy="503825"/>
          </a:xfrm>
          <a:prstGeom prst="rect">
            <a:avLst/>
          </a:prstGeom>
        </p:spPr>
      </p:pic>
      <p:sp>
        <p:nvSpPr>
          <p:cNvPr id="16" name="가로 글상자 15">
            <a:extLst>
              <a:ext uri="{FF2B5EF4-FFF2-40B4-BE49-F238E27FC236}">
                <a16:creationId xmlns:a16="http://schemas.microsoft.com/office/drawing/2014/main" id="{B05199FF-6B57-D268-E244-BF26FFAF509E}"/>
              </a:ext>
            </a:extLst>
          </p:cNvPr>
          <p:cNvSpPr txBox="1"/>
          <p:nvPr/>
        </p:nvSpPr>
        <p:spPr>
          <a:xfrm>
            <a:off x="1881294" y="1579985"/>
            <a:ext cx="895350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ko-KR" altLang="en-US" dirty="0">
                <a:solidFill>
                  <a:schemeClr val="lt1"/>
                </a:solidFill>
              </a:rPr>
              <a:t>환경</a:t>
            </a:r>
            <a:endParaRPr lang="en-US" altLang="ko-KR" dirty="0">
              <a:solidFill>
                <a:schemeClr val="lt1"/>
              </a:solidFill>
            </a:endParaRPr>
          </a:p>
        </p:txBody>
      </p:sp>
      <p:pic>
        <p:nvPicPr>
          <p:cNvPr id="9" name="그림 8" descr="텍스트, 스크린샷, 폰트이(가) 표시된 사진">
            <a:extLst>
              <a:ext uri="{FF2B5EF4-FFF2-40B4-BE49-F238E27FC236}">
                <a16:creationId xmlns:a16="http://schemas.microsoft.com/office/drawing/2014/main" id="{8688F513-4EFF-6E4F-F225-2EC058839674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23800" y="2494184"/>
            <a:ext cx="10627153" cy="3409011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5B3EC2DA-7E5B-C9D1-9536-E0CF38BEF48F}"/>
              </a:ext>
            </a:extLst>
          </p:cNvPr>
          <p:cNvSpPr txBox="1"/>
          <p:nvPr/>
        </p:nvSpPr>
        <p:spPr>
          <a:xfrm>
            <a:off x="6200669" y="2506762"/>
            <a:ext cx="5724239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b="1" i="0" dirty="0">
                <a:solidFill>
                  <a:srgbClr val="424242"/>
                </a:solidFill>
                <a:effectLst/>
                <a:latin typeface="-apple-system"/>
              </a:rPr>
              <a:t>강화학습 에이전트가 관측</a:t>
            </a:r>
            <a:r>
              <a:rPr lang="en-US" altLang="ko-KR" b="1" i="0" dirty="0">
                <a:solidFill>
                  <a:srgbClr val="424242"/>
                </a:solidFill>
                <a:effectLst/>
                <a:latin typeface="-apple-system"/>
              </a:rPr>
              <a:t>(Observation)→</a:t>
            </a:r>
            <a:r>
              <a:rPr lang="ko-KR" altLang="en-US" b="1" i="0" dirty="0">
                <a:solidFill>
                  <a:srgbClr val="424242"/>
                </a:solidFill>
                <a:effectLst/>
                <a:latin typeface="-apple-system"/>
              </a:rPr>
              <a:t>행동</a:t>
            </a:r>
            <a:r>
              <a:rPr lang="en-US" altLang="ko-KR" b="1" i="0" dirty="0">
                <a:solidFill>
                  <a:srgbClr val="424242"/>
                </a:solidFill>
                <a:effectLst/>
                <a:latin typeface="-apple-system"/>
              </a:rPr>
              <a:t>(Action)→</a:t>
            </a:r>
            <a:r>
              <a:rPr lang="ko-KR" altLang="en-US" b="1" i="0" dirty="0">
                <a:solidFill>
                  <a:srgbClr val="424242"/>
                </a:solidFill>
                <a:effectLst/>
                <a:latin typeface="-apple-system"/>
              </a:rPr>
              <a:t>보상</a:t>
            </a:r>
            <a:r>
              <a:rPr lang="en-US" altLang="ko-KR" b="1" i="0" dirty="0">
                <a:solidFill>
                  <a:srgbClr val="424242"/>
                </a:solidFill>
                <a:effectLst/>
                <a:latin typeface="-apple-system"/>
              </a:rPr>
              <a:t>(Reward)→</a:t>
            </a:r>
            <a:r>
              <a:rPr lang="ko-KR" altLang="en-US" b="1" i="0" dirty="0">
                <a:solidFill>
                  <a:srgbClr val="424242"/>
                </a:solidFill>
                <a:effectLst/>
                <a:latin typeface="-apple-system"/>
              </a:rPr>
              <a:t>다음 관측을 반복하는 </a:t>
            </a:r>
            <a:r>
              <a:rPr lang="en-US" altLang="ko-KR" b="1" i="0" dirty="0">
                <a:solidFill>
                  <a:srgbClr val="424242"/>
                </a:solidFill>
                <a:effectLst/>
                <a:latin typeface="-apple-system"/>
              </a:rPr>
              <a:t>MDP</a:t>
            </a:r>
            <a:r>
              <a:rPr lang="ko-KR" altLang="en-US" b="1" i="0" dirty="0">
                <a:solidFill>
                  <a:srgbClr val="424242"/>
                </a:solidFill>
                <a:effectLst/>
                <a:latin typeface="-apple-system"/>
              </a:rPr>
              <a:t>를 표준화된 </a:t>
            </a:r>
            <a:r>
              <a:rPr lang="en-US" altLang="ko-KR" b="1" i="0" dirty="0">
                <a:solidFill>
                  <a:srgbClr val="424242"/>
                </a:solidFill>
                <a:effectLst/>
                <a:latin typeface="-apple-system"/>
              </a:rPr>
              <a:t>API</a:t>
            </a:r>
            <a:r>
              <a:rPr lang="ko-KR" altLang="en-US" b="1" i="0" dirty="0">
                <a:solidFill>
                  <a:srgbClr val="424242"/>
                </a:solidFill>
                <a:effectLst/>
                <a:latin typeface="-apple-system"/>
              </a:rPr>
              <a:t>로 정의</a:t>
            </a:r>
            <a:r>
              <a:rPr lang="en-US" altLang="ko-KR" b="1" i="0" dirty="0">
                <a:solidFill>
                  <a:srgbClr val="424242"/>
                </a:solidFill>
                <a:effectLst/>
                <a:latin typeface="-apple-system"/>
              </a:rPr>
              <a:t>·</a:t>
            </a:r>
            <a:r>
              <a:rPr lang="ko-KR" altLang="en-US" b="1" i="0" dirty="0">
                <a:solidFill>
                  <a:srgbClr val="424242"/>
                </a:solidFill>
                <a:effectLst/>
                <a:latin typeface="-apple-system"/>
              </a:rPr>
              <a:t>실행할 수 있게 해주는 인터페이스</a:t>
            </a:r>
            <a:endParaRPr lang="ko-KR" altLang="en-US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6C56DE6-34A9-F8F3-807D-69790BD739EB}"/>
              </a:ext>
            </a:extLst>
          </p:cNvPr>
          <p:cNvSpPr txBox="1"/>
          <p:nvPr/>
        </p:nvSpPr>
        <p:spPr>
          <a:xfrm>
            <a:off x="215704" y="6251484"/>
            <a:ext cx="8766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solidFill>
                  <a:schemeClr val="bg1"/>
                </a:solidFill>
              </a:rPr>
              <a:t>4</a:t>
            </a:r>
            <a:endParaRPr lang="ko-KR" altLang="en-US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7412055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558"/>
            <a:ext cx="654050" cy="68580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10800000">
            <a:off x="0" y="1020680"/>
            <a:ext cx="12192000" cy="9525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13700" y="1543755"/>
            <a:ext cx="1574165" cy="436880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0679" y="294681"/>
            <a:ext cx="970615" cy="772603"/>
          </a:xfrm>
          <a:prstGeom prst="rect">
            <a:avLst/>
          </a:prstGeom>
        </p:spPr>
      </p:pic>
      <p:pic>
        <p:nvPicPr>
          <p:cNvPr id="7" name="Image 5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623936" y="520386"/>
            <a:ext cx="4454184" cy="503825"/>
          </a:xfrm>
          <a:prstGeom prst="rect">
            <a:avLst/>
          </a:prstGeom>
        </p:spPr>
      </p:pic>
      <p:sp>
        <p:nvSpPr>
          <p:cNvPr id="16" name="가로 글상자 15"/>
          <p:cNvSpPr txBox="1"/>
          <p:nvPr/>
        </p:nvSpPr>
        <p:spPr>
          <a:xfrm>
            <a:off x="1881294" y="1579985"/>
            <a:ext cx="895350" cy="3644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en-US" altLang="ko-KR">
                <a:solidFill>
                  <a:schemeClr val="lt1"/>
                </a:solidFill>
              </a:rPr>
              <a:t>DOF</a:t>
            </a:r>
          </a:p>
        </p:txBody>
      </p:sp>
      <p:pic>
        <p:nvPicPr>
          <p:cNvPr id="8" name="그림 7" descr="텍스트, 스크린샷, 폰트이(가) 표시된 사진">
            <a:extLst>
              <a:ext uri="{FF2B5EF4-FFF2-40B4-BE49-F238E27FC236}">
                <a16:creationId xmlns:a16="http://schemas.microsoft.com/office/drawing/2014/main" id="{7C550E47-E097-5EAC-A6E2-6273E5647D5A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40017" y="2087405"/>
            <a:ext cx="11060955" cy="4547182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93873DCA-3A1C-C745-9CB9-EACB52D87C56}"/>
              </a:ext>
            </a:extLst>
          </p:cNvPr>
          <p:cNvSpPr txBox="1"/>
          <p:nvPr/>
        </p:nvSpPr>
        <p:spPr>
          <a:xfrm>
            <a:off x="215704" y="6251484"/>
            <a:ext cx="8766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solidFill>
                  <a:schemeClr val="bg1"/>
                </a:solidFill>
              </a:rPr>
              <a:t>5</a:t>
            </a:r>
            <a:endParaRPr lang="ko-KR" altLang="en-US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0" y="558"/>
            <a:ext cx="654050" cy="68580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 rotWithShape="1">
          <a:blip r:embed="rId4"/>
          <a:stretch>
            <a:fillRect/>
          </a:stretch>
        </p:blipFill>
        <p:spPr>
          <a:xfrm rot="10800000">
            <a:off x="0" y="1020680"/>
            <a:ext cx="12192000" cy="9525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 rotWithShape="1">
          <a:blip r:embed="rId5"/>
          <a:stretch>
            <a:fillRect/>
          </a:stretch>
        </p:blipFill>
        <p:spPr>
          <a:xfrm>
            <a:off x="1513700" y="1543755"/>
            <a:ext cx="1574165" cy="436880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 rotWithShape="1">
          <a:blip r:embed="rId6"/>
          <a:stretch>
            <a:fillRect/>
          </a:stretch>
        </p:blipFill>
        <p:spPr>
          <a:xfrm>
            <a:off x="910679" y="294681"/>
            <a:ext cx="970615" cy="772603"/>
          </a:xfrm>
          <a:prstGeom prst="rect">
            <a:avLst/>
          </a:prstGeom>
        </p:spPr>
      </p:pic>
      <p:pic>
        <p:nvPicPr>
          <p:cNvPr id="7" name="Image 5" descr="preencoded.png"/>
          <p:cNvPicPr>
            <a:picLocks noChangeAspect="1"/>
          </p:cNvPicPr>
          <p:nvPr/>
        </p:nvPicPr>
        <p:blipFill rotWithShape="1">
          <a:blip r:embed="rId7"/>
          <a:stretch>
            <a:fillRect/>
          </a:stretch>
        </p:blipFill>
        <p:spPr>
          <a:xfrm>
            <a:off x="1623936" y="520386"/>
            <a:ext cx="4454184" cy="503825"/>
          </a:xfrm>
          <a:prstGeom prst="rect">
            <a:avLst/>
          </a:prstGeom>
        </p:spPr>
      </p:pic>
      <p:pic>
        <p:nvPicPr>
          <p:cNvPr id="8" name="Image 6" descr="preencoded.png"/>
          <p:cNvPicPr>
            <a:picLocks noChangeAspect="1"/>
          </p:cNvPicPr>
          <p:nvPr/>
        </p:nvPicPr>
        <p:blipFill rotWithShape="1">
          <a:blip r:embed="rId8"/>
          <a:stretch>
            <a:fillRect/>
          </a:stretch>
        </p:blipFill>
        <p:spPr>
          <a:xfrm>
            <a:off x="1513700" y="1511370"/>
            <a:ext cx="1722120" cy="501650"/>
          </a:xfrm>
          <a:prstGeom prst="rect">
            <a:avLst/>
          </a:prstGeom>
        </p:spPr>
      </p:pic>
      <p:pic>
        <p:nvPicPr>
          <p:cNvPr id="9" name="Image 7" descr="preencoded.png"/>
          <p:cNvPicPr>
            <a:picLocks noChangeAspect="1"/>
          </p:cNvPicPr>
          <p:nvPr/>
        </p:nvPicPr>
        <p:blipFill rotWithShape="1">
          <a:blip r:embed="rId9"/>
          <a:stretch>
            <a:fillRect/>
          </a:stretch>
        </p:blipFill>
        <p:spPr>
          <a:xfrm>
            <a:off x="910355" y="2240280"/>
            <a:ext cx="10099675" cy="4617720"/>
          </a:xfrm>
          <a:prstGeom prst="rect">
            <a:avLst/>
          </a:prstGeom>
        </p:spPr>
      </p:pic>
      <p:pic>
        <p:nvPicPr>
          <p:cNvPr id="10" name="Image 8" descr="preencoded.png"/>
          <p:cNvPicPr>
            <a:picLocks noChangeAspect="1"/>
          </p:cNvPicPr>
          <p:nvPr/>
        </p:nvPicPr>
        <p:blipFill rotWithShape="1">
          <a:blip r:embed="rId10"/>
          <a:stretch>
            <a:fillRect/>
          </a:stretch>
        </p:blipFill>
        <p:spPr>
          <a:xfrm>
            <a:off x="6255652" y="1762493"/>
            <a:ext cx="4114800" cy="543464"/>
          </a:xfrm>
          <a:prstGeom prst="rect">
            <a:avLst/>
          </a:prstGeom>
        </p:spPr>
      </p:pic>
      <p:pic>
        <p:nvPicPr>
          <p:cNvPr id="11" name="Image 9" descr="preencoded.png"/>
          <p:cNvPicPr>
            <a:picLocks noChangeAspect="1"/>
          </p:cNvPicPr>
          <p:nvPr/>
        </p:nvPicPr>
        <p:blipFill rotWithShape="1">
          <a:blip r:embed="rId11"/>
          <a:stretch>
            <a:fillRect/>
          </a:stretch>
        </p:blipFill>
        <p:spPr>
          <a:xfrm>
            <a:off x="7865809" y="5151139"/>
            <a:ext cx="4114800" cy="1534814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1EF8068A-5000-32E6-E299-1448D80646C2}"/>
              </a:ext>
            </a:extLst>
          </p:cNvPr>
          <p:cNvSpPr txBox="1"/>
          <p:nvPr/>
        </p:nvSpPr>
        <p:spPr>
          <a:xfrm>
            <a:off x="215704" y="6251484"/>
            <a:ext cx="8766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solidFill>
                  <a:schemeClr val="bg1"/>
                </a:solidFill>
              </a:rPr>
              <a:t>6</a:t>
            </a:r>
            <a:endParaRPr lang="ko-KR" altLang="en-US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242286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559"/>
            <a:ext cx="654050" cy="68580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10800000">
            <a:off x="0" y="1020681"/>
            <a:ext cx="12192000" cy="9525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13700" y="1543755"/>
            <a:ext cx="1574165" cy="436880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0679" y="294681"/>
            <a:ext cx="970615" cy="772603"/>
          </a:xfrm>
          <a:prstGeom prst="rect">
            <a:avLst/>
          </a:prstGeom>
        </p:spPr>
      </p:pic>
      <p:pic>
        <p:nvPicPr>
          <p:cNvPr id="7" name="Image 5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623936" y="520386"/>
            <a:ext cx="4454184" cy="503825"/>
          </a:xfrm>
          <a:prstGeom prst="rect">
            <a:avLst/>
          </a:prstGeom>
        </p:spPr>
      </p:pic>
      <p:pic>
        <p:nvPicPr>
          <p:cNvPr id="8" name="Image 6" descr="preencoded.png"/>
          <p:cNvPicPr>
            <a:picLocks noChangeAspect="1"/>
          </p:cNvPicPr>
          <p:nvPr/>
        </p:nvPicPr>
        <p:blipFill rotWithShape="1">
          <a:blip r:embed="rId8"/>
          <a:stretch>
            <a:fillRect/>
          </a:stretch>
        </p:blipFill>
        <p:spPr>
          <a:xfrm>
            <a:off x="1623936" y="1511370"/>
            <a:ext cx="1590040" cy="501650"/>
          </a:xfrm>
          <a:prstGeom prst="rect">
            <a:avLst/>
          </a:prstGeom>
        </p:spPr>
      </p:pic>
      <p:pic>
        <p:nvPicPr>
          <p:cNvPr id="10" name="그림 9"/>
          <p:cNvPicPr>
            <a:picLocks noChangeAspect="1"/>
          </p:cNvPicPr>
          <p:nvPr/>
        </p:nvPicPr>
        <p:blipFill rotWithShape="1">
          <a:blip r:embed="rId9"/>
          <a:stretch>
            <a:fillRect/>
          </a:stretch>
        </p:blipFill>
        <p:spPr>
          <a:xfrm>
            <a:off x="1623936" y="2341071"/>
            <a:ext cx="9734429" cy="3995372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0B78AA3D-8A20-C637-82AF-916CF0589057}"/>
              </a:ext>
            </a:extLst>
          </p:cNvPr>
          <p:cNvSpPr txBox="1"/>
          <p:nvPr/>
        </p:nvSpPr>
        <p:spPr>
          <a:xfrm>
            <a:off x="215704" y="6251484"/>
            <a:ext cx="8766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solidFill>
                  <a:schemeClr val="bg1"/>
                </a:solidFill>
              </a:rPr>
              <a:t>7</a:t>
            </a:r>
            <a:endParaRPr lang="ko-KR" altLang="en-US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558"/>
            <a:ext cx="654050" cy="68580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10800000">
            <a:off x="0" y="1020680"/>
            <a:ext cx="12192000" cy="9525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13700" y="1543755"/>
            <a:ext cx="1784985" cy="436880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0679" y="294681"/>
            <a:ext cx="970615" cy="772603"/>
          </a:xfrm>
          <a:prstGeom prst="rect">
            <a:avLst/>
          </a:prstGeom>
        </p:spPr>
      </p:pic>
      <p:pic>
        <p:nvPicPr>
          <p:cNvPr id="7" name="Image 5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623936" y="520386"/>
            <a:ext cx="4454184" cy="503825"/>
          </a:xfrm>
          <a:prstGeom prst="rect">
            <a:avLst/>
          </a:prstGeom>
        </p:spPr>
      </p:pic>
      <p:pic>
        <p:nvPicPr>
          <p:cNvPr id="8" name="Image 6" descr="preencoded.png"/>
          <p:cNvPicPr>
            <a:picLocks noChangeAspect="1"/>
          </p:cNvPicPr>
          <p:nvPr/>
        </p:nvPicPr>
        <p:blipFill rotWithShape="1">
          <a:blip r:embed="rId8"/>
          <a:stretch>
            <a:fillRect/>
          </a:stretch>
        </p:blipFill>
        <p:spPr>
          <a:xfrm>
            <a:off x="1425435" y="1511687"/>
            <a:ext cx="1961515" cy="501015"/>
          </a:xfrm>
          <a:prstGeom prst="rect">
            <a:avLst/>
          </a:prstGeom>
        </p:spPr>
      </p:pic>
      <p:pic>
        <p:nvPicPr>
          <p:cNvPr id="9" name="Image 7" descr="preencoded.png"/>
          <p:cNvPicPr>
            <a:picLocks noChangeAspect="1"/>
          </p:cNvPicPr>
          <p:nvPr/>
        </p:nvPicPr>
        <p:blipFill rotWithShape="1">
          <a:blip r:embed="rId9"/>
          <a:stretch>
            <a:fillRect/>
          </a:stretch>
        </p:blipFill>
        <p:spPr>
          <a:xfrm>
            <a:off x="6273394" y="2108060"/>
            <a:ext cx="5413375" cy="4228465"/>
          </a:xfrm>
          <a:prstGeom prst="rect">
            <a:avLst/>
          </a:prstGeom>
        </p:spPr>
      </p:pic>
      <p:pic>
        <p:nvPicPr>
          <p:cNvPr id="10" name="Image 8" descr="preencoded.png"/>
          <p:cNvPicPr>
            <a:picLocks noChangeAspect="1"/>
          </p:cNvPicPr>
          <p:nvPr/>
        </p:nvPicPr>
        <p:blipFill rotWithShape="1">
          <a:blip r:embed="rId10"/>
          <a:stretch>
            <a:fillRect/>
          </a:stretch>
        </p:blipFill>
        <p:spPr>
          <a:xfrm>
            <a:off x="910355" y="2665419"/>
            <a:ext cx="5118735" cy="2696845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358C88A3-A384-982B-F824-0D9AA3AFD926}"/>
              </a:ext>
            </a:extLst>
          </p:cNvPr>
          <p:cNvSpPr txBox="1"/>
          <p:nvPr/>
        </p:nvSpPr>
        <p:spPr>
          <a:xfrm>
            <a:off x="215704" y="6251484"/>
            <a:ext cx="8766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solidFill>
                  <a:schemeClr val="bg1"/>
                </a:solidFill>
              </a:rPr>
              <a:t>8</a:t>
            </a:r>
            <a:endParaRPr lang="ko-KR" altLang="en-US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4737"/>
            <a:ext cx="654050" cy="68580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10800000">
            <a:off x="0" y="1020680"/>
            <a:ext cx="12192000" cy="9525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0679" y="294681"/>
            <a:ext cx="970615" cy="772603"/>
          </a:xfrm>
          <a:prstGeom prst="rect">
            <a:avLst/>
          </a:prstGeom>
        </p:spPr>
      </p:pic>
      <p:pic>
        <p:nvPicPr>
          <p:cNvPr id="6" name="Image 4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623936" y="520497"/>
            <a:ext cx="4454184" cy="503825"/>
          </a:xfrm>
          <a:prstGeom prst="rect">
            <a:avLst/>
          </a:prstGeom>
        </p:spPr>
      </p:pic>
      <p:pic>
        <p:nvPicPr>
          <p:cNvPr id="7" name="Image 5" descr="preencoded.png"/>
          <p:cNvPicPr>
            <a:picLocks noChangeAspect="1"/>
          </p:cNvPicPr>
          <p:nvPr/>
        </p:nvPicPr>
        <p:blipFill rotWithShape="1">
          <a:blip r:embed="rId7"/>
          <a:stretch>
            <a:fillRect/>
          </a:stretch>
        </p:blipFill>
        <p:spPr>
          <a:xfrm>
            <a:off x="6601168" y="2148142"/>
            <a:ext cx="4856480" cy="3145155"/>
          </a:xfrm>
          <a:prstGeom prst="rect">
            <a:avLst/>
          </a:prstGeom>
        </p:spPr>
      </p:pic>
      <p:pic>
        <p:nvPicPr>
          <p:cNvPr id="8" name="Image 6" descr="preencoded.png"/>
          <p:cNvPicPr>
            <a:picLocks noChangeAspect="1"/>
          </p:cNvPicPr>
          <p:nvPr/>
        </p:nvPicPr>
        <p:blipFill rotWithShape="1">
          <a:blip r:embed="rId8"/>
          <a:stretch>
            <a:fillRect/>
          </a:stretch>
        </p:blipFill>
        <p:spPr>
          <a:xfrm>
            <a:off x="1199369" y="2147507"/>
            <a:ext cx="4856480" cy="314579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D9DE97E8-9148-C540-8812-C09C990BC317}"/>
              </a:ext>
            </a:extLst>
          </p:cNvPr>
          <p:cNvSpPr txBox="1"/>
          <p:nvPr/>
        </p:nvSpPr>
        <p:spPr>
          <a:xfrm>
            <a:off x="215704" y="6251484"/>
            <a:ext cx="8766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solidFill>
                  <a:schemeClr val="bg1"/>
                </a:solidFill>
              </a:rPr>
              <a:t>9</a:t>
            </a:r>
            <a:endParaRPr lang="ko-KR" altLang="en-US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654050" cy="68580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10800000">
            <a:off x="0" y="1020680"/>
            <a:ext cx="12192000" cy="9525"/>
          </a:xfrm>
          <a:prstGeom prst="rect">
            <a:avLst/>
          </a:prstGeom>
        </p:spPr>
      </p:pic>
      <p:pic>
        <p:nvPicPr>
          <p:cNvPr id="6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0679" y="294681"/>
            <a:ext cx="970615" cy="772603"/>
          </a:xfrm>
          <a:prstGeom prst="rect">
            <a:avLst/>
          </a:prstGeom>
        </p:spPr>
      </p:pic>
      <p:pic>
        <p:nvPicPr>
          <p:cNvPr id="8" name="Image 6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623936" y="520497"/>
            <a:ext cx="4454184" cy="503825"/>
          </a:xfrm>
          <a:prstGeom prst="rect">
            <a:avLst/>
          </a:prstGeom>
        </p:spPr>
      </p:pic>
      <p:pic>
        <p:nvPicPr>
          <p:cNvPr id="12" name="그림 11"/>
          <p:cNvPicPr>
            <a:picLocks noChangeAspect="1"/>
          </p:cNvPicPr>
          <p:nvPr/>
        </p:nvPicPr>
        <p:blipFill rotWithShape="1">
          <a:blip r:embed="rId7"/>
          <a:stretch>
            <a:fillRect/>
          </a:stretch>
        </p:blipFill>
        <p:spPr>
          <a:xfrm>
            <a:off x="7922525" y="1249383"/>
            <a:ext cx="3886742" cy="5087060"/>
          </a:xfrm>
          <a:prstGeom prst="rect">
            <a:avLst/>
          </a:prstGeom>
        </p:spPr>
      </p:pic>
      <p:sp>
        <p:nvSpPr>
          <p:cNvPr id="13" name="직사각형 12"/>
          <p:cNvSpPr/>
          <p:nvPr/>
        </p:nvSpPr>
        <p:spPr>
          <a:xfrm>
            <a:off x="840017" y="1249383"/>
            <a:ext cx="6734836" cy="3970318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lvl="0" algn="l">
              <a:defRPr/>
            </a:pPr>
            <a:r>
              <a:rPr sz="1800" b="0" i="0" strike="noStrike" dirty="0" err="1">
                <a:solidFill>
                  <a:srgbClr val="000000">
                    <a:alpha val="100000"/>
                  </a:srgbClr>
                </a:solidFill>
                <a:latin typeface="굴림"/>
                <a:ea typeface="굴림"/>
              </a:rPr>
              <a:t>목표지점에</a:t>
            </a:r>
            <a:r>
              <a:rPr lang="ko-KR" altLang="en-US" sz="1800" b="0" i="0" strike="noStrike" dirty="0">
                <a:solidFill>
                  <a:srgbClr val="000000">
                    <a:alpha val="100000"/>
                  </a:srgbClr>
                </a:solidFill>
                <a:latin typeface="굴림"/>
                <a:ea typeface="굴림"/>
              </a:rPr>
              <a:t> </a:t>
            </a:r>
            <a:r>
              <a:rPr b="0" i="0" strike="noStrike" dirty="0">
                <a:solidFill>
                  <a:srgbClr val="000000">
                    <a:alpha val="100000"/>
                  </a:srgbClr>
                </a:solidFill>
                <a:latin typeface="굴림"/>
                <a:ea typeface="굴림"/>
              </a:rPr>
              <a:t>95% </a:t>
            </a:r>
            <a:r>
              <a:rPr lang="ko-KR" altLang="en-US" b="0" i="0" strike="noStrike" dirty="0">
                <a:solidFill>
                  <a:srgbClr val="000000">
                    <a:alpha val="100000"/>
                  </a:srgbClr>
                </a:solidFill>
                <a:latin typeface="굴림"/>
                <a:ea typeface="굴림"/>
              </a:rPr>
              <a:t>확률로</a:t>
            </a:r>
            <a:r>
              <a:rPr sz="1800" b="0" i="0" strike="noStrike" dirty="0">
                <a:solidFill>
                  <a:srgbClr val="000000">
                    <a:alpha val="100000"/>
                  </a:srgbClr>
                </a:solidFill>
                <a:latin typeface="굴림"/>
                <a:ea typeface="굴림"/>
              </a:rPr>
              <a:t> 5mm이내로 </a:t>
            </a:r>
            <a:r>
              <a:rPr lang="ko-KR" altLang="en-US" sz="1800" b="0" i="0" strike="noStrike" dirty="0">
                <a:solidFill>
                  <a:srgbClr val="000000">
                    <a:alpha val="100000"/>
                  </a:srgbClr>
                </a:solidFill>
                <a:latin typeface="굴림"/>
                <a:ea typeface="굴림"/>
              </a:rPr>
              <a:t>접근</a:t>
            </a:r>
          </a:p>
          <a:p>
            <a:pPr lvl="0" algn="l">
              <a:defRPr/>
            </a:pPr>
            <a:r>
              <a:rPr sz="1800" b="0" i="0" strike="noStrike" dirty="0" err="1">
                <a:solidFill>
                  <a:srgbClr val="000000">
                    <a:alpha val="100000"/>
                  </a:srgbClr>
                </a:solidFill>
                <a:latin typeface="굴림"/>
                <a:ea typeface="굴림"/>
              </a:rPr>
              <a:t>또한</a:t>
            </a:r>
            <a:r>
              <a:rPr sz="1800" b="0" i="0" strike="noStrike" dirty="0">
                <a:solidFill>
                  <a:srgbClr val="000000">
                    <a:alpha val="100000"/>
                  </a:srgbClr>
                </a:solidFill>
                <a:latin typeface="굴림"/>
                <a:ea typeface="굴림"/>
              </a:rPr>
              <a:t>, </a:t>
            </a:r>
            <a:r>
              <a:rPr sz="1800" b="0" i="0" strike="noStrike" dirty="0" err="1">
                <a:solidFill>
                  <a:srgbClr val="000000">
                    <a:alpha val="100000"/>
                  </a:srgbClr>
                </a:solidFill>
                <a:latin typeface="굴림"/>
                <a:ea typeface="굴림"/>
              </a:rPr>
              <a:t>나머지</a:t>
            </a:r>
            <a:r>
              <a:rPr sz="1800" b="0" i="0" strike="noStrike" dirty="0">
                <a:solidFill>
                  <a:srgbClr val="000000">
                    <a:alpha val="100000"/>
                  </a:srgbClr>
                </a:solidFill>
                <a:latin typeface="굴림"/>
                <a:ea typeface="굴림"/>
              </a:rPr>
              <a:t> </a:t>
            </a:r>
            <a:r>
              <a:rPr lang="en-US" altLang="ko-KR" sz="1800" b="0" i="0" strike="noStrike" dirty="0">
                <a:solidFill>
                  <a:srgbClr val="000000">
                    <a:alpha val="100000"/>
                  </a:srgbClr>
                </a:solidFill>
                <a:latin typeface="굴림"/>
                <a:ea typeface="굴림"/>
              </a:rPr>
              <a:t>4%</a:t>
            </a:r>
            <a:r>
              <a:rPr lang="ko-KR" altLang="en-US" sz="1800" b="0" i="0" strike="noStrike" dirty="0">
                <a:solidFill>
                  <a:srgbClr val="000000">
                    <a:alpha val="100000"/>
                  </a:srgbClr>
                </a:solidFill>
                <a:latin typeface="굴림"/>
                <a:ea typeface="굴림"/>
              </a:rPr>
              <a:t>는 </a:t>
            </a:r>
            <a:r>
              <a:rPr sz="1800" b="0" i="0" strike="noStrike" dirty="0">
                <a:solidFill>
                  <a:srgbClr val="000000">
                    <a:alpha val="100000"/>
                  </a:srgbClr>
                </a:solidFill>
                <a:latin typeface="굴림"/>
                <a:ea typeface="굴림"/>
              </a:rPr>
              <a:t>약 1cm </a:t>
            </a:r>
            <a:r>
              <a:rPr sz="1800" b="0" i="0" strike="noStrike" dirty="0" err="1">
                <a:solidFill>
                  <a:srgbClr val="000000">
                    <a:alpha val="100000"/>
                  </a:srgbClr>
                </a:solidFill>
                <a:latin typeface="굴림"/>
                <a:ea typeface="굴림"/>
              </a:rPr>
              <a:t>이내로</a:t>
            </a:r>
            <a:r>
              <a:rPr sz="1800" b="0" i="0" strike="noStrike" dirty="0">
                <a:solidFill>
                  <a:srgbClr val="000000">
                    <a:alpha val="100000"/>
                  </a:srgbClr>
                </a:solidFill>
                <a:latin typeface="굴림"/>
                <a:ea typeface="굴림"/>
              </a:rPr>
              <a:t> </a:t>
            </a:r>
            <a:r>
              <a:rPr sz="1800" b="0" i="0" strike="noStrike" dirty="0" err="1">
                <a:solidFill>
                  <a:srgbClr val="000000">
                    <a:alpha val="100000"/>
                  </a:srgbClr>
                </a:solidFill>
                <a:latin typeface="굴림"/>
                <a:ea typeface="굴림"/>
              </a:rPr>
              <a:t>접근하며</a:t>
            </a:r>
            <a:r>
              <a:rPr sz="1800" b="0" i="0" strike="noStrike" dirty="0">
                <a:solidFill>
                  <a:srgbClr val="000000">
                    <a:alpha val="100000"/>
                  </a:srgbClr>
                </a:solidFill>
                <a:latin typeface="굴림"/>
                <a:ea typeface="굴림"/>
              </a:rPr>
              <a:t> </a:t>
            </a:r>
            <a:r>
              <a:rPr sz="1800" b="0" i="0" strike="noStrike" dirty="0" err="1">
                <a:solidFill>
                  <a:srgbClr val="000000">
                    <a:alpha val="100000"/>
                  </a:srgbClr>
                </a:solidFill>
                <a:latin typeface="굴림"/>
                <a:ea typeface="굴림"/>
              </a:rPr>
              <a:t>좋은</a:t>
            </a:r>
            <a:r>
              <a:rPr sz="1800" b="0" i="0" strike="noStrike" dirty="0">
                <a:solidFill>
                  <a:srgbClr val="000000">
                    <a:alpha val="100000"/>
                  </a:srgbClr>
                </a:solidFill>
                <a:latin typeface="굴림"/>
                <a:ea typeface="굴림"/>
              </a:rPr>
              <a:t> </a:t>
            </a:r>
            <a:r>
              <a:rPr sz="1800" b="0" i="0" strike="noStrike" dirty="0" err="1">
                <a:solidFill>
                  <a:srgbClr val="000000">
                    <a:alpha val="100000"/>
                  </a:srgbClr>
                </a:solidFill>
                <a:latin typeface="굴림"/>
                <a:ea typeface="굴림"/>
              </a:rPr>
              <a:t>정확도를</a:t>
            </a:r>
            <a:r>
              <a:rPr sz="1800" b="0" i="0" strike="noStrike" dirty="0">
                <a:solidFill>
                  <a:srgbClr val="000000">
                    <a:alpha val="100000"/>
                  </a:srgbClr>
                </a:solidFill>
                <a:latin typeface="굴림"/>
                <a:ea typeface="굴림"/>
              </a:rPr>
              <a:t> </a:t>
            </a:r>
            <a:r>
              <a:rPr sz="1800" b="0" i="0" strike="noStrike" dirty="0" err="1">
                <a:solidFill>
                  <a:srgbClr val="000000">
                    <a:alpha val="100000"/>
                  </a:srgbClr>
                </a:solidFill>
                <a:latin typeface="굴림"/>
                <a:ea typeface="굴림"/>
              </a:rPr>
              <a:t>가진다고</a:t>
            </a:r>
            <a:r>
              <a:rPr sz="1800" b="0" i="0" strike="noStrike" dirty="0">
                <a:solidFill>
                  <a:srgbClr val="000000">
                    <a:alpha val="100000"/>
                  </a:srgbClr>
                </a:solidFill>
                <a:latin typeface="굴림"/>
                <a:ea typeface="굴림"/>
              </a:rPr>
              <a:t> </a:t>
            </a:r>
            <a:r>
              <a:rPr sz="1800" b="0" i="0" strike="noStrike" dirty="0" err="1">
                <a:solidFill>
                  <a:srgbClr val="000000">
                    <a:alpha val="100000"/>
                  </a:srgbClr>
                </a:solidFill>
                <a:latin typeface="굴림"/>
                <a:ea typeface="굴림"/>
              </a:rPr>
              <a:t>판단할</a:t>
            </a:r>
            <a:r>
              <a:rPr sz="1800" b="0" i="0" strike="noStrike" dirty="0">
                <a:solidFill>
                  <a:srgbClr val="000000">
                    <a:alpha val="100000"/>
                  </a:srgbClr>
                </a:solidFill>
                <a:latin typeface="굴림"/>
                <a:ea typeface="굴림"/>
              </a:rPr>
              <a:t> 수 </a:t>
            </a:r>
            <a:r>
              <a:rPr sz="1800" b="0" i="0" strike="noStrike" dirty="0" err="1">
                <a:solidFill>
                  <a:srgbClr val="000000">
                    <a:alpha val="100000"/>
                  </a:srgbClr>
                </a:solidFill>
                <a:latin typeface="굴림"/>
                <a:ea typeface="굴림"/>
              </a:rPr>
              <a:t>있습니다</a:t>
            </a:r>
            <a:r>
              <a:rPr sz="1800" b="0" i="0" strike="noStrike" dirty="0">
                <a:solidFill>
                  <a:srgbClr val="000000">
                    <a:alpha val="100000"/>
                  </a:srgbClr>
                </a:solidFill>
                <a:latin typeface="굴림"/>
                <a:ea typeface="굴림"/>
              </a:rPr>
              <a:t>.</a:t>
            </a:r>
          </a:p>
          <a:p>
            <a:pPr lvl="0" algn="l">
              <a:defRPr/>
            </a:pPr>
            <a:endParaRPr sz="1800" b="0" i="0" strike="noStrike" dirty="0">
              <a:solidFill>
                <a:srgbClr val="000000">
                  <a:alpha val="100000"/>
                </a:srgbClr>
              </a:solidFill>
              <a:latin typeface="굴림"/>
              <a:ea typeface="굴림"/>
            </a:endParaRPr>
          </a:p>
          <a:p>
            <a:pPr lvl="0" algn="l">
              <a:defRPr/>
            </a:pPr>
            <a:r>
              <a:rPr sz="1800" b="0" i="0" strike="noStrike" dirty="0" err="1">
                <a:solidFill>
                  <a:srgbClr val="000000">
                    <a:alpha val="100000"/>
                  </a:srgbClr>
                </a:solidFill>
                <a:latin typeface="굴림"/>
                <a:ea typeface="굴림"/>
              </a:rPr>
              <a:t>프로젝트를</a:t>
            </a:r>
            <a:r>
              <a:rPr sz="1800" b="0" i="0" strike="noStrike" dirty="0">
                <a:solidFill>
                  <a:srgbClr val="000000">
                    <a:alpha val="100000"/>
                  </a:srgbClr>
                </a:solidFill>
                <a:latin typeface="굴림"/>
                <a:ea typeface="굴림"/>
              </a:rPr>
              <a:t> </a:t>
            </a:r>
            <a:r>
              <a:rPr sz="1800" b="0" i="0" strike="noStrike" dirty="0" err="1">
                <a:solidFill>
                  <a:srgbClr val="000000">
                    <a:alpha val="100000"/>
                  </a:srgbClr>
                </a:solidFill>
                <a:latin typeface="굴림"/>
                <a:ea typeface="굴림"/>
              </a:rPr>
              <a:t>진행하며</a:t>
            </a:r>
            <a:r>
              <a:rPr sz="1800" b="0" i="0" strike="noStrike" dirty="0">
                <a:solidFill>
                  <a:srgbClr val="000000">
                    <a:alpha val="100000"/>
                  </a:srgbClr>
                </a:solidFill>
                <a:latin typeface="굴림"/>
                <a:ea typeface="굴림"/>
              </a:rPr>
              <a:t> </a:t>
            </a:r>
            <a:r>
              <a:rPr sz="1800" b="0" i="0" strike="noStrike" dirty="0" err="1">
                <a:solidFill>
                  <a:srgbClr val="000000">
                    <a:alpha val="100000"/>
                  </a:srgbClr>
                </a:solidFill>
                <a:latin typeface="굴림"/>
                <a:ea typeface="굴림"/>
              </a:rPr>
              <a:t>대략</a:t>
            </a:r>
            <a:r>
              <a:rPr sz="1800" b="0" i="0" strike="noStrike" dirty="0">
                <a:solidFill>
                  <a:srgbClr val="000000">
                    <a:alpha val="100000"/>
                  </a:srgbClr>
                </a:solidFill>
                <a:latin typeface="굴림"/>
                <a:ea typeface="굴림"/>
              </a:rPr>
              <a:t> </a:t>
            </a:r>
            <a:r>
              <a:rPr lang="ko-KR" altLang="en-US" sz="1800" b="0" i="0" strike="noStrike" dirty="0">
                <a:solidFill>
                  <a:srgbClr val="000000">
                    <a:alpha val="100000"/>
                  </a:srgbClr>
                </a:solidFill>
                <a:latin typeface="굴림"/>
                <a:ea typeface="굴림"/>
              </a:rPr>
              <a:t>총 </a:t>
            </a:r>
            <a:r>
              <a:rPr sz="1800" b="0" i="0" strike="noStrike" dirty="0">
                <a:solidFill>
                  <a:srgbClr val="000000">
                    <a:alpha val="100000"/>
                  </a:srgbClr>
                </a:solidFill>
                <a:latin typeface="굴림"/>
                <a:ea typeface="굴림"/>
              </a:rPr>
              <a:t>3억번 </a:t>
            </a:r>
            <a:r>
              <a:rPr sz="1800" b="0" i="0" strike="noStrike" dirty="0" err="1">
                <a:solidFill>
                  <a:srgbClr val="000000">
                    <a:alpha val="100000"/>
                  </a:srgbClr>
                </a:solidFill>
                <a:latin typeface="굴림"/>
                <a:ea typeface="굴림"/>
              </a:rPr>
              <a:t>정도</a:t>
            </a:r>
            <a:r>
              <a:rPr sz="1800" b="0" i="0" strike="noStrike" dirty="0">
                <a:solidFill>
                  <a:srgbClr val="000000">
                    <a:alpha val="100000"/>
                  </a:srgbClr>
                </a:solidFill>
                <a:latin typeface="굴림"/>
                <a:ea typeface="굴림"/>
              </a:rPr>
              <a:t> </a:t>
            </a:r>
            <a:r>
              <a:rPr sz="1800" b="0" i="0" strike="noStrike" dirty="0" err="1">
                <a:solidFill>
                  <a:srgbClr val="000000">
                    <a:alpha val="100000"/>
                  </a:srgbClr>
                </a:solidFill>
                <a:latin typeface="굴림"/>
                <a:ea typeface="굴림"/>
              </a:rPr>
              <a:t>학습을</a:t>
            </a:r>
            <a:r>
              <a:rPr sz="1800" b="0" i="0" strike="noStrike" dirty="0">
                <a:solidFill>
                  <a:srgbClr val="000000">
                    <a:alpha val="100000"/>
                  </a:srgbClr>
                </a:solidFill>
                <a:latin typeface="굴림"/>
                <a:ea typeface="굴림"/>
              </a:rPr>
              <a:t> </a:t>
            </a:r>
            <a:r>
              <a:rPr lang="ko-KR" altLang="en-US" dirty="0">
                <a:solidFill>
                  <a:srgbClr val="000000">
                    <a:alpha val="100000"/>
                  </a:srgbClr>
                </a:solidFill>
                <a:latin typeface="굴림"/>
                <a:ea typeface="굴림"/>
              </a:rPr>
              <a:t>수</a:t>
            </a:r>
            <a:r>
              <a:rPr sz="1800" b="0" i="0" strike="noStrike" dirty="0" err="1">
                <a:solidFill>
                  <a:srgbClr val="000000">
                    <a:alpha val="100000"/>
                  </a:srgbClr>
                </a:solidFill>
                <a:latin typeface="굴림"/>
                <a:ea typeface="굴림"/>
              </a:rPr>
              <a:t>행하였고</a:t>
            </a:r>
            <a:r>
              <a:rPr sz="1800" b="0" i="0" strike="noStrike" dirty="0">
                <a:solidFill>
                  <a:srgbClr val="000000">
                    <a:alpha val="100000"/>
                  </a:srgbClr>
                </a:solidFill>
                <a:latin typeface="굴림"/>
                <a:ea typeface="굴림"/>
              </a:rPr>
              <a:t> </a:t>
            </a:r>
            <a:r>
              <a:rPr sz="1800" b="0" i="0" strike="noStrike" dirty="0" err="1">
                <a:solidFill>
                  <a:srgbClr val="000000">
                    <a:alpha val="100000"/>
                  </a:srgbClr>
                </a:solidFill>
                <a:latin typeface="굴림"/>
                <a:ea typeface="굴림"/>
              </a:rPr>
              <a:t>강화학습이</a:t>
            </a:r>
            <a:r>
              <a:rPr sz="1800" b="0" i="0" strike="noStrike" dirty="0">
                <a:solidFill>
                  <a:srgbClr val="000000">
                    <a:alpha val="100000"/>
                  </a:srgbClr>
                </a:solidFill>
                <a:latin typeface="굴림"/>
                <a:ea typeface="굴림"/>
              </a:rPr>
              <a:t> </a:t>
            </a:r>
            <a:r>
              <a:rPr sz="1800" b="0" i="0" strike="noStrike" dirty="0" err="1">
                <a:solidFill>
                  <a:srgbClr val="000000">
                    <a:alpha val="100000"/>
                  </a:srgbClr>
                </a:solidFill>
                <a:latin typeface="굴림"/>
                <a:ea typeface="굴림"/>
              </a:rPr>
              <a:t>어떤</a:t>
            </a:r>
            <a:r>
              <a:rPr sz="1800" b="0" i="0" strike="noStrike" dirty="0">
                <a:solidFill>
                  <a:srgbClr val="000000">
                    <a:alpha val="100000"/>
                  </a:srgbClr>
                </a:solidFill>
                <a:latin typeface="굴림"/>
                <a:ea typeface="굴림"/>
              </a:rPr>
              <a:t> 것 </a:t>
            </a:r>
            <a:r>
              <a:rPr sz="1800" b="0" i="0" strike="noStrike" dirty="0" err="1">
                <a:solidFill>
                  <a:srgbClr val="000000">
                    <a:alpha val="100000"/>
                  </a:srgbClr>
                </a:solidFill>
                <a:latin typeface="굴림"/>
                <a:ea typeface="굴림"/>
              </a:rPr>
              <a:t>인지</a:t>
            </a:r>
            <a:r>
              <a:rPr sz="1800" b="0" i="0" strike="noStrike" dirty="0">
                <a:solidFill>
                  <a:srgbClr val="000000">
                    <a:alpha val="100000"/>
                  </a:srgbClr>
                </a:solidFill>
                <a:latin typeface="굴림"/>
                <a:ea typeface="굴림"/>
              </a:rPr>
              <a:t>, </a:t>
            </a:r>
            <a:r>
              <a:rPr sz="1800" b="0" i="0" strike="noStrike" dirty="0" err="1">
                <a:solidFill>
                  <a:srgbClr val="000000">
                    <a:alpha val="100000"/>
                  </a:srgbClr>
                </a:solidFill>
                <a:latin typeface="굴림"/>
                <a:ea typeface="굴림"/>
              </a:rPr>
              <a:t>보상</a:t>
            </a:r>
            <a:r>
              <a:rPr sz="1800" b="0" i="0" strike="noStrike" dirty="0">
                <a:solidFill>
                  <a:srgbClr val="000000">
                    <a:alpha val="100000"/>
                  </a:srgbClr>
                </a:solidFill>
                <a:latin typeface="굴림"/>
                <a:ea typeface="굴림"/>
              </a:rPr>
              <a:t> </a:t>
            </a:r>
            <a:r>
              <a:rPr sz="1800" b="0" i="0" strike="noStrike" dirty="0" err="1">
                <a:solidFill>
                  <a:srgbClr val="000000">
                    <a:alpha val="100000"/>
                  </a:srgbClr>
                </a:solidFill>
                <a:latin typeface="굴림"/>
                <a:ea typeface="굴림"/>
              </a:rPr>
              <a:t>함수</a:t>
            </a:r>
            <a:r>
              <a:rPr sz="1800" b="0" i="0" strike="noStrike" dirty="0">
                <a:solidFill>
                  <a:srgbClr val="000000">
                    <a:alpha val="100000"/>
                  </a:srgbClr>
                </a:solidFill>
                <a:latin typeface="굴림"/>
                <a:ea typeface="굴림"/>
              </a:rPr>
              <a:t> </a:t>
            </a:r>
            <a:r>
              <a:rPr sz="1800" b="0" i="0" strike="noStrike" dirty="0" err="1">
                <a:solidFill>
                  <a:srgbClr val="000000">
                    <a:alpha val="100000"/>
                  </a:srgbClr>
                </a:solidFill>
                <a:latin typeface="굴림"/>
                <a:ea typeface="굴림"/>
              </a:rPr>
              <a:t>설계가</a:t>
            </a:r>
            <a:r>
              <a:rPr sz="1800" b="0" i="0" strike="noStrike" dirty="0">
                <a:solidFill>
                  <a:srgbClr val="000000">
                    <a:alpha val="100000"/>
                  </a:srgbClr>
                </a:solidFill>
                <a:latin typeface="굴림"/>
                <a:ea typeface="굴림"/>
              </a:rPr>
              <a:t> </a:t>
            </a:r>
            <a:r>
              <a:rPr sz="1800" b="0" i="0" strike="noStrike" dirty="0" err="1">
                <a:solidFill>
                  <a:srgbClr val="000000">
                    <a:alpha val="100000"/>
                  </a:srgbClr>
                </a:solidFill>
                <a:latin typeface="굴림"/>
                <a:ea typeface="굴림"/>
              </a:rPr>
              <a:t>얼마나</a:t>
            </a:r>
            <a:r>
              <a:rPr sz="1800" b="0" i="0" strike="noStrike" dirty="0">
                <a:solidFill>
                  <a:srgbClr val="000000">
                    <a:alpha val="100000"/>
                  </a:srgbClr>
                </a:solidFill>
                <a:latin typeface="굴림"/>
                <a:ea typeface="굴림"/>
              </a:rPr>
              <a:t> </a:t>
            </a:r>
            <a:r>
              <a:rPr sz="1800" b="0" i="0" strike="noStrike" dirty="0" err="1">
                <a:solidFill>
                  <a:srgbClr val="000000">
                    <a:alpha val="100000"/>
                  </a:srgbClr>
                </a:solidFill>
                <a:latin typeface="굴림"/>
                <a:ea typeface="굴림"/>
              </a:rPr>
              <a:t>중요한지</a:t>
            </a:r>
            <a:r>
              <a:rPr sz="1800" b="0" i="0" strike="noStrike" dirty="0">
                <a:solidFill>
                  <a:srgbClr val="000000">
                    <a:alpha val="100000"/>
                  </a:srgbClr>
                </a:solidFill>
                <a:latin typeface="굴림"/>
                <a:ea typeface="굴림"/>
              </a:rPr>
              <a:t> 알 수 </a:t>
            </a:r>
            <a:r>
              <a:rPr sz="1800" b="0" i="0" strike="noStrike" dirty="0" err="1">
                <a:solidFill>
                  <a:srgbClr val="000000">
                    <a:alpha val="100000"/>
                  </a:srgbClr>
                </a:solidFill>
                <a:latin typeface="굴림"/>
                <a:ea typeface="굴림"/>
              </a:rPr>
              <a:t>있게</a:t>
            </a:r>
            <a:r>
              <a:rPr sz="1800" b="0" i="0" strike="noStrike" dirty="0">
                <a:solidFill>
                  <a:srgbClr val="000000">
                    <a:alpha val="100000"/>
                  </a:srgbClr>
                </a:solidFill>
                <a:latin typeface="굴림"/>
                <a:ea typeface="굴림"/>
              </a:rPr>
              <a:t> </a:t>
            </a:r>
            <a:r>
              <a:rPr sz="1800" b="0" i="0" strike="noStrike" dirty="0" err="1">
                <a:solidFill>
                  <a:srgbClr val="000000">
                    <a:alpha val="100000"/>
                  </a:srgbClr>
                </a:solidFill>
                <a:latin typeface="굴림"/>
                <a:ea typeface="굴림"/>
              </a:rPr>
              <a:t>되었습니다</a:t>
            </a:r>
            <a:r>
              <a:rPr sz="1800" b="0" i="0" strike="noStrike" dirty="0">
                <a:solidFill>
                  <a:srgbClr val="000000">
                    <a:alpha val="100000"/>
                  </a:srgbClr>
                </a:solidFill>
                <a:latin typeface="굴림"/>
                <a:ea typeface="굴림"/>
              </a:rPr>
              <a:t>.</a:t>
            </a:r>
          </a:p>
          <a:p>
            <a:pPr lvl="0" algn="l">
              <a:defRPr/>
            </a:pPr>
            <a:endParaRPr sz="1800" b="0" i="0" strike="noStrike" dirty="0">
              <a:solidFill>
                <a:srgbClr val="000000">
                  <a:alpha val="100000"/>
                </a:srgbClr>
              </a:solidFill>
              <a:latin typeface="굴림"/>
              <a:ea typeface="굴림"/>
            </a:endParaRPr>
          </a:p>
          <a:p>
            <a:pPr lvl="0" algn="l">
              <a:defRPr/>
            </a:pPr>
            <a:r>
              <a:rPr sz="1800" b="0" i="0" strike="noStrike" dirty="0" err="1">
                <a:solidFill>
                  <a:srgbClr val="000000">
                    <a:alpha val="100000"/>
                  </a:srgbClr>
                </a:solidFill>
                <a:latin typeface="굴림"/>
                <a:ea typeface="굴림"/>
              </a:rPr>
              <a:t>그러나</a:t>
            </a:r>
            <a:r>
              <a:rPr sz="1800" b="0" i="0" strike="noStrike" dirty="0">
                <a:solidFill>
                  <a:srgbClr val="000000">
                    <a:alpha val="100000"/>
                  </a:srgbClr>
                </a:solidFill>
                <a:latin typeface="굴림"/>
                <a:ea typeface="굴림"/>
              </a:rPr>
              <a:t> </a:t>
            </a:r>
            <a:r>
              <a:rPr sz="1800" b="0" i="0" strike="noStrike" dirty="0" err="1">
                <a:solidFill>
                  <a:srgbClr val="000000">
                    <a:alpha val="100000"/>
                  </a:srgbClr>
                </a:solidFill>
                <a:latin typeface="굴림"/>
                <a:ea typeface="굴림"/>
              </a:rPr>
              <a:t>좋은</a:t>
            </a:r>
            <a:r>
              <a:rPr sz="1800" b="0" i="0" strike="noStrike" dirty="0">
                <a:solidFill>
                  <a:srgbClr val="000000">
                    <a:alpha val="100000"/>
                  </a:srgbClr>
                </a:solidFill>
                <a:latin typeface="굴림"/>
                <a:ea typeface="굴림"/>
              </a:rPr>
              <a:t> </a:t>
            </a:r>
            <a:r>
              <a:rPr sz="1800" b="0" i="0" strike="noStrike" dirty="0" err="1">
                <a:solidFill>
                  <a:srgbClr val="000000">
                    <a:alpha val="100000"/>
                  </a:srgbClr>
                </a:solidFill>
                <a:latin typeface="굴림"/>
                <a:ea typeface="굴림"/>
              </a:rPr>
              <a:t>정확도를</a:t>
            </a:r>
            <a:r>
              <a:rPr sz="1800" b="0" i="0" strike="noStrike" dirty="0">
                <a:solidFill>
                  <a:srgbClr val="000000">
                    <a:alpha val="100000"/>
                  </a:srgbClr>
                </a:solidFill>
                <a:latin typeface="굴림"/>
                <a:ea typeface="굴림"/>
              </a:rPr>
              <a:t> </a:t>
            </a:r>
            <a:r>
              <a:rPr sz="1800" b="0" i="0" strike="noStrike" dirty="0" err="1">
                <a:solidFill>
                  <a:srgbClr val="000000">
                    <a:alpha val="100000"/>
                  </a:srgbClr>
                </a:solidFill>
                <a:latin typeface="굴림"/>
                <a:ea typeface="굴림"/>
              </a:rPr>
              <a:t>가진</a:t>
            </a:r>
            <a:r>
              <a:rPr sz="1800" b="0" i="0" strike="noStrike" dirty="0">
                <a:solidFill>
                  <a:srgbClr val="000000">
                    <a:alpha val="100000"/>
                  </a:srgbClr>
                </a:solidFill>
                <a:latin typeface="굴림"/>
                <a:ea typeface="굴림"/>
              </a:rPr>
              <a:t> </a:t>
            </a:r>
            <a:r>
              <a:rPr sz="1800" b="0" i="0" strike="noStrike" dirty="0" err="1">
                <a:solidFill>
                  <a:srgbClr val="000000">
                    <a:alpha val="100000"/>
                  </a:srgbClr>
                </a:solidFill>
                <a:latin typeface="굴림"/>
                <a:ea typeface="굴림"/>
              </a:rPr>
              <a:t>모델을</a:t>
            </a:r>
            <a:r>
              <a:rPr sz="1800" b="0" i="0" strike="noStrike" dirty="0">
                <a:solidFill>
                  <a:srgbClr val="000000">
                    <a:alpha val="100000"/>
                  </a:srgbClr>
                </a:solidFill>
                <a:latin typeface="굴림"/>
                <a:ea typeface="굴림"/>
              </a:rPr>
              <a:t> </a:t>
            </a:r>
            <a:r>
              <a:rPr sz="1800" b="0" i="0" strike="noStrike" dirty="0" err="1">
                <a:solidFill>
                  <a:srgbClr val="000000">
                    <a:alpha val="100000"/>
                  </a:srgbClr>
                </a:solidFill>
                <a:latin typeface="굴림"/>
                <a:ea typeface="굴림"/>
              </a:rPr>
              <a:t>학습시켰지만</a:t>
            </a:r>
            <a:r>
              <a:rPr sz="1800" b="0" i="0" strike="noStrike" dirty="0">
                <a:solidFill>
                  <a:srgbClr val="000000">
                    <a:alpha val="100000"/>
                  </a:srgbClr>
                </a:solidFill>
                <a:latin typeface="굴림"/>
                <a:ea typeface="굴림"/>
              </a:rPr>
              <a:t>, 이 </a:t>
            </a:r>
            <a:r>
              <a:rPr sz="1800" b="0" i="0" strike="noStrike" dirty="0" err="1">
                <a:solidFill>
                  <a:srgbClr val="000000">
                    <a:alpha val="100000"/>
                  </a:srgbClr>
                </a:solidFill>
                <a:latin typeface="굴림"/>
                <a:ea typeface="굴림"/>
              </a:rPr>
              <a:t>모델이</a:t>
            </a:r>
            <a:r>
              <a:rPr sz="1800" b="0" i="0" strike="noStrike" dirty="0">
                <a:solidFill>
                  <a:srgbClr val="000000">
                    <a:alpha val="100000"/>
                  </a:srgbClr>
                </a:solidFill>
                <a:latin typeface="굴림"/>
                <a:ea typeface="굴림"/>
              </a:rPr>
              <a:t> </a:t>
            </a:r>
            <a:r>
              <a:rPr sz="1800" b="0" i="0" strike="noStrike" dirty="0" err="1">
                <a:solidFill>
                  <a:srgbClr val="000000">
                    <a:alpha val="100000"/>
                  </a:srgbClr>
                </a:solidFill>
                <a:latin typeface="굴림"/>
                <a:ea typeface="굴림"/>
              </a:rPr>
              <a:t>역학적으로</a:t>
            </a:r>
            <a:r>
              <a:rPr sz="1800" b="0" i="0" strike="noStrike" dirty="0">
                <a:solidFill>
                  <a:srgbClr val="000000">
                    <a:alpha val="100000"/>
                  </a:srgbClr>
                </a:solidFill>
                <a:latin typeface="굴림"/>
                <a:ea typeface="굴림"/>
              </a:rPr>
              <a:t> </a:t>
            </a:r>
            <a:r>
              <a:rPr sz="1800" b="0" i="0" strike="noStrike" dirty="0" err="1">
                <a:solidFill>
                  <a:srgbClr val="000000">
                    <a:alpha val="100000"/>
                  </a:srgbClr>
                </a:solidFill>
                <a:latin typeface="굴림"/>
                <a:ea typeface="굴림"/>
              </a:rPr>
              <a:t>안정적인</a:t>
            </a:r>
            <a:r>
              <a:rPr sz="1800" b="0" i="0" strike="noStrike" dirty="0">
                <a:solidFill>
                  <a:srgbClr val="000000">
                    <a:alpha val="100000"/>
                  </a:srgbClr>
                </a:solidFill>
                <a:latin typeface="굴림"/>
                <a:ea typeface="굴림"/>
              </a:rPr>
              <a:t> </a:t>
            </a:r>
            <a:r>
              <a:rPr sz="1800" b="0" i="0" strike="noStrike" dirty="0" err="1">
                <a:solidFill>
                  <a:srgbClr val="000000">
                    <a:alpha val="100000"/>
                  </a:srgbClr>
                </a:solidFill>
                <a:latin typeface="굴림"/>
                <a:ea typeface="굴림"/>
              </a:rPr>
              <a:t>자세로</a:t>
            </a:r>
            <a:r>
              <a:rPr sz="1800" b="0" i="0" strike="noStrike" dirty="0">
                <a:solidFill>
                  <a:srgbClr val="000000">
                    <a:alpha val="100000"/>
                  </a:srgbClr>
                </a:solidFill>
                <a:latin typeface="굴림"/>
                <a:ea typeface="굴림"/>
              </a:rPr>
              <a:t> </a:t>
            </a:r>
            <a:r>
              <a:rPr sz="1800" b="0" i="0" strike="noStrike" dirty="0" err="1">
                <a:solidFill>
                  <a:srgbClr val="000000">
                    <a:alpha val="100000"/>
                  </a:srgbClr>
                </a:solidFill>
                <a:latin typeface="굴림"/>
                <a:ea typeface="굴림"/>
              </a:rPr>
              <a:t>목표점에</a:t>
            </a:r>
            <a:r>
              <a:rPr sz="1800" b="0" i="0" strike="noStrike" dirty="0">
                <a:solidFill>
                  <a:srgbClr val="000000">
                    <a:alpha val="100000"/>
                  </a:srgbClr>
                </a:solidFill>
                <a:latin typeface="굴림"/>
                <a:ea typeface="굴림"/>
              </a:rPr>
              <a:t> </a:t>
            </a:r>
            <a:r>
              <a:rPr sz="1800" b="0" i="0" strike="noStrike" dirty="0" err="1">
                <a:solidFill>
                  <a:srgbClr val="000000">
                    <a:alpha val="100000"/>
                  </a:srgbClr>
                </a:solidFill>
                <a:latin typeface="굴림"/>
                <a:ea typeface="굴림"/>
              </a:rPr>
              <a:t>도달했는가에</a:t>
            </a:r>
            <a:r>
              <a:rPr sz="1800" b="0" i="0" strike="noStrike" dirty="0">
                <a:solidFill>
                  <a:srgbClr val="000000">
                    <a:alpha val="100000"/>
                  </a:srgbClr>
                </a:solidFill>
                <a:latin typeface="굴림"/>
                <a:ea typeface="굴림"/>
              </a:rPr>
              <a:t> </a:t>
            </a:r>
            <a:r>
              <a:rPr sz="1800" b="0" i="0" strike="noStrike" dirty="0" err="1">
                <a:solidFill>
                  <a:srgbClr val="000000">
                    <a:alpha val="100000"/>
                  </a:srgbClr>
                </a:solidFill>
                <a:latin typeface="굴림"/>
                <a:ea typeface="굴림"/>
              </a:rPr>
              <a:t>대한</a:t>
            </a:r>
            <a:r>
              <a:rPr sz="1800" b="0" i="0" strike="noStrike" dirty="0">
                <a:solidFill>
                  <a:srgbClr val="000000">
                    <a:alpha val="100000"/>
                  </a:srgbClr>
                </a:solidFill>
                <a:latin typeface="굴림"/>
                <a:ea typeface="굴림"/>
              </a:rPr>
              <a:t> </a:t>
            </a:r>
            <a:r>
              <a:rPr sz="1800" b="0" i="0" strike="noStrike" dirty="0" err="1">
                <a:solidFill>
                  <a:srgbClr val="000000">
                    <a:alpha val="100000"/>
                  </a:srgbClr>
                </a:solidFill>
                <a:latin typeface="굴림"/>
                <a:ea typeface="굴림"/>
              </a:rPr>
              <a:t>의문은</a:t>
            </a:r>
            <a:r>
              <a:rPr sz="1800" b="0" i="0" strike="noStrike" dirty="0">
                <a:solidFill>
                  <a:srgbClr val="000000">
                    <a:alpha val="100000"/>
                  </a:srgbClr>
                </a:solidFill>
                <a:latin typeface="굴림"/>
                <a:ea typeface="굴림"/>
              </a:rPr>
              <a:t> </a:t>
            </a:r>
            <a:r>
              <a:rPr sz="1800" b="0" i="0" strike="noStrike" dirty="0" err="1">
                <a:solidFill>
                  <a:srgbClr val="000000">
                    <a:alpha val="100000"/>
                  </a:srgbClr>
                </a:solidFill>
                <a:latin typeface="굴림"/>
                <a:ea typeface="굴림"/>
              </a:rPr>
              <a:t>해소하지</a:t>
            </a:r>
            <a:r>
              <a:rPr sz="1800" b="0" i="0" strike="noStrike" dirty="0">
                <a:solidFill>
                  <a:srgbClr val="000000">
                    <a:alpha val="100000"/>
                  </a:srgbClr>
                </a:solidFill>
                <a:latin typeface="굴림"/>
                <a:ea typeface="굴림"/>
              </a:rPr>
              <a:t> </a:t>
            </a:r>
            <a:r>
              <a:rPr sz="1800" b="0" i="0" strike="noStrike" dirty="0" err="1">
                <a:solidFill>
                  <a:srgbClr val="000000">
                    <a:alpha val="100000"/>
                  </a:srgbClr>
                </a:solidFill>
                <a:latin typeface="굴림"/>
                <a:ea typeface="굴림"/>
              </a:rPr>
              <a:t>못했습니다</a:t>
            </a:r>
            <a:r>
              <a:rPr sz="1800" b="0" i="0" strike="noStrike" dirty="0">
                <a:solidFill>
                  <a:srgbClr val="000000">
                    <a:alpha val="100000"/>
                  </a:srgbClr>
                </a:solidFill>
                <a:latin typeface="굴림"/>
                <a:ea typeface="굴림"/>
              </a:rPr>
              <a:t>.</a:t>
            </a:r>
          </a:p>
          <a:p>
            <a:pPr lvl="0" algn="l">
              <a:defRPr/>
            </a:pPr>
            <a:endParaRPr sz="1800" b="0" i="0" strike="noStrike" dirty="0">
              <a:solidFill>
                <a:srgbClr val="000000">
                  <a:alpha val="100000"/>
                </a:srgbClr>
              </a:solidFill>
              <a:latin typeface="굴림"/>
              <a:ea typeface="굴림"/>
            </a:endParaRPr>
          </a:p>
          <a:p>
            <a:pPr lvl="0" algn="l">
              <a:defRPr/>
            </a:pPr>
            <a:r>
              <a:rPr sz="1800" b="0" i="0" strike="noStrike" dirty="0" err="1">
                <a:solidFill>
                  <a:srgbClr val="000000">
                    <a:alpha val="100000"/>
                  </a:srgbClr>
                </a:solidFill>
                <a:latin typeface="굴림"/>
                <a:ea typeface="굴림"/>
              </a:rPr>
              <a:t>그래서</a:t>
            </a:r>
            <a:r>
              <a:rPr sz="1800" b="0" i="0" strike="noStrike" dirty="0">
                <a:solidFill>
                  <a:srgbClr val="000000">
                    <a:alpha val="100000"/>
                  </a:srgbClr>
                </a:solidFill>
                <a:latin typeface="굴림"/>
                <a:ea typeface="굴림"/>
              </a:rPr>
              <a:t> </a:t>
            </a:r>
            <a:r>
              <a:rPr sz="1800" b="0" i="0" strike="noStrike" dirty="0" err="1">
                <a:solidFill>
                  <a:srgbClr val="000000">
                    <a:alpha val="100000"/>
                  </a:srgbClr>
                </a:solidFill>
                <a:latin typeface="굴림"/>
                <a:ea typeface="굴림"/>
              </a:rPr>
              <a:t>다음</a:t>
            </a:r>
            <a:r>
              <a:rPr lang="en-US" sz="1800" b="0" i="0" strike="noStrike" dirty="0">
                <a:solidFill>
                  <a:srgbClr val="000000">
                    <a:alpha val="100000"/>
                  </a:srgbClr>
                </a:solidFill>
                <a:latin typeface="굴림"/>
                <a:ea typeface="굴림"/>
              </a:rPr>
              <a:t> </a:t>
            </a:r>
            <a:r>
              <a:rPr lang="ko-KR" altLang="en-US" sz="1800" b="0" i="0" strike="noStrike" dirty="0">
                <a:solidFill>
                  <a:srgbClr val="000000">
                    <a:alpha val="100000"/>
                  </a:srgbClr>
                </a:solidFill>
                <a:latin typeface="굴림"/>
                <a:ea typeface="굴림"/>
              </a:rPr>
              <a:t>개인</a:t>
            </a:r>
            <a:r>
              <a:rPr sz="1800" b="0" i="0" strike="noStrike" dirty="0">
                <a:solidFill>
                  <a:srgbClr val="000000">
                    <a:alpha val="100000"/>
                  </a:srgbClr>
                </a:solidFill>
                <a:latin typeface="굴림"/>
                <a:ea typeface="굴림"/>
              </a:rPr>
              <a:t> </a:t>
            </a:r>
            <a:r>
              <a:rPr sz="1800" b="0" i="0" strike="noStrike" dirty="0" err="1">
                <a:solidFill>
                  <a:srgbClr val="000000">
                    <a:alpha val="100000"/>
                  </a:srgbClr>
                </a:solidFill>
                <a:latin typeface="굴림"/>
                <a:ea typeface="굴림"/>
              </a:rPr>
              <a:t>프로젝트</a:t>
            </a:r>
            <a:r>
              <a:rPr sz="1800" b="0" i="0" strike="noStrike" dirty="0">
                <a:solidFill>
                  <a:srgbClr val="000000">
                    <a:alpha val="100000"/>
                  </a:srgbClr>
                </a:solidFill>
                <a:latin typeface="굴림"/>
                <a:ea typeface="굴림"/>
              </a:rPr>
              <a:t> </a:t>
            </a:r>
            <a:r>
              <a:rPr sz="1800" b="0" i="0" strike="noStrike" dirty="0" err="1">
                <a:solidFill>
                  <a:srgbClr val="000000">
                    <a:alpha val="100000"/>
                  </a:srgbClr>
                </a:solidFill>
                <a:latin typeface="굴림"/>
                <a:ea typeface="굴림"/>
              </a:rPr>
              <a:t>주제는</a:t>
            </a:r>
            <a:r>
              <a:rPr sz="1800" b="0" i="0" strike="noStrike" dirty="0">
                <a:solidFill>
                  <a:srgbClr val="000000">
                    <a:alpha val="100000"/>
                  </a:srgbClr>
                </a:solidFill>
                <a:latin typeface="굴림"/>
                <a:ea typeface="굴림"/>
              </a:rPr>
              <a:t> </a:t>
            </a:r>
            <a:r>
              <a:rPr sz="1800" b="0" i="0" strike="noStrike" dirty="0" err="1">
                <a:solidFill>
                  <a:srgbClr val="000000">
                    <a:alpha val="100000"/>
                  </a:srgbClr>
                </a:solidFill>
                <a:latin typeface="굴림"/>
                <a:ea typeface="굴림"/>
              </a:rPr>
              <a:t>이번에</a:t>
            </a:r>
            <a:r>
              <a:rPr sz="1800" b="0" i="0" strike="noStrike" dirty="0">
                <a:solidFill>
                  <a:srgbClr val="000000">
                    <a:alpha val="100000"/>
                  </a:srgbClr>
                </a:solidFill>
                <a:latin typeface="굴림"/>
                <a:ea typeface="굴림"/>
              </a:rPr>
              <a:t> </a:t>
            </a:r>
            <a:r>
              <a:rPr sz="1800" b="0" i="0" strike="noStrike" dirty="0" err="1">
                <a:solidFill>
                  <a:srgbClr val="000000">
                    <a:alpha val="100000"/>
                  </a:srgbClr>
                </a:solidFill>
                <a:latin typeface="굴림"/>
                <a:ea typeface="굴림"/>
              </a:rPr>
              <a:t>학습한</a:t>
            </a:r>
            <a:r>
              <a:rPr sz="1800" b="0" i="0" strike="noStrike" dirty="0">
                <a:solidFill>
                  <a:srgbClr val="000000">
                    <a:alpha val="100000"/>
                  </a:srgbClr>
                </a:solidFill>
                <a:latin typeface="굴림"/>
                <a:ea typeface="굴림"/>
              </a:rPr>
              <a:t> </a:t>
            </a:r>
            <a:r>
              <a:rPr sz="1800" b="0" i="0" strike="noStrike" dirty="0" err="1">
                <a:solidFill>
                  <a:srgbClr val="000000">
                    <a:alpha val="100000"/>
                  </a:srgbClr>
                </a:solidFill>
                <a:latin typeface="굴림"/>
                <a:ea typeface="굴림"/>
              </a:rPr>
              <a:t>모델이</a:t>
            </a:r>
            <a:r>
              <a:rPr sz="1800" b="0" i="0" strike="noStrike" dirty="0">
                <a:solidFill>
                  <a:srgbClr val="000000">
                    <a:alpha val="100000"/>
                  </a:srgbClr>
                </a:solidFill>
                <a:latin typeface="굴림"/>
                <a:ea typeface="굴림"/>
              </a:rPr>
              <a:t> </a:t>
            </a:r>
            <a:r>
              <a:rPr sz="1800" b="0" i="0" strike="noStrike" dirty="0" err="1">
                <a:solidFill>
                  <a:srgbClr val="000000">
                    <a:alpha val="100000"/>
                  </a:srgbClr>
                </a:solidFill>
                <a:latin typeface="굴림"/>
                <a:ea typeface="굴림"/>
              </a:rPr>
              <a:t>역학적으로</a:t>
            </a:r>
            <a:r>
              <a:rPr sz="1800" b="0" i="0" strike="noStrike" dirty="0">
                <a:solidFill>
                  <a:srgbClr val="000000">
                    <a:alpha val="100000"/>
                  </a:srgbClr>
                </a:solidFill>
                <a:latin typeface="굴림"/>
                <a:ea typeface="굴림"/>
              </a:rPr>
              <a:t> </a:t>
            </a:r>
            <a:r>
              <a:rPr sz="1800" b="0" i="0" strike="noStrike" dirty="0" err="1">
                <a:solidFill>
                  <a:srgbClr val="000000">
                    <a:alpha val="100000"/>
                  </a:srgbClr>
                </a:solidFill>
                <a:latin typeface="굴림"/>
                <a:ea typeface="굴림"/>
              </a:rPr>
              <a:t>안정적인</a:t>
            </a:r>
            <a:r>
              <a:rPr sz="1800" b="0" i="0" strike="noStrike" dirty="0">
                <a:solidFill>
                  <a:srgbClr val="000000">
                    <a:alpha val="100000"/>
                  </a:srgbClr>
                </a:solidFill>
                <a:latin typeface="굴림"/>
                <a:ea typeface="굴림"/>
              </a:rPr>
              <a:t> </a:t>
            </a:r>
            <a:r>
              <a:rPr sz="1800" b="0" i="0" strike="noStrike" dirty="0" err="1">
                <a:solidFill>
                  <a:srgbClr val="000000">
                    <a:alpha val="100000"/>
                  </a:srgbClr>
                </a:solidFill>
                <a:latin typeface="굴림"/>
                <a:ea typeface="굴림"/>
              </a:rPr>
              <a:t>모델인가에</a:t>
            </a:r>
            <a:r>
              <a:rPr sz="1800" b="0" i="0" strike="noStrike" dirty="0">
                <a:solidFill>
                  <a:srgbClr val="000000">
                    <a:alpha val="100000"/>
                  </a:srgbClr>
                </a:solidFill>
                <a:latin typeface="굴림"/>
                <a:ea typeface="굴림"/>
              </a:rPr>
              <a:t> </a:t>
            </a:r>
            <a:r>
              <a:rPr sz="1800" b="0" i="0" strike="noStrike" dirty="0" err="1">
                <a:solidFill>
                  <a:srgbClr val="000000">
                    <a:alpha val="100000"/>
                  </a:srgbClr>
                </a:solidFill>
                <a:latin typeface="굴림"/>
                <a:ea typeface="굴림"/>
              </a:rPr>
              <a:t>대한</a:t>
            </a:r>
            <a:r>
              <a:rPr sz="1800" b="0" i="0" strike="noStrike" dirty="0">
                <a:solidFill>
                  <a:srgbClr val="000000">
                    <a:alpha val="100000"/>
                  </a:srgbClr>
                </a:solidFill>
                <a:latin typeface="굴림"/>
                <a:ea typeface="굴림"/>
              </a:rPr>
              <a:t> </a:t>
            </a:r>
            <a:r>
              <a:rPr sz="1800" b="0" i="0" strike="noStrike" dirty="0" err="1">
                <a:solidFill>
                  <a:srgbClr val="000000">
                    <a:alpha val="100000"/>
                  </a:srgbClr>
                </a:solidFill>
                <a:latin typeface="굴림"/>
                <a:ea typeface="굴림"/>
              </a:rPr>
              <a:t>주제로</a:t>
            </a:r>
            <a:r>
              <a:rPr sz="1800" b="0" i="0" strike="noStrike" dirty="0">
                <a:solidFill>
                  <a:srgbClr val="000000">
                    <a:alpha val="100000"/>
                  </a:srgbClr>
                </a:solidFill>
                <a:latin typeface="굴림"/>
                <a:ea typeface="굴림"/>
              </a:rPr>
              <a:t> </a:t>
            </a:r>
            <a:r>
              <a:rPr sz="1800" b="0" i="0" strike="noStrike" dirty="0" err="1">
                <a:solidFill>
                  <a:srgbClr val="000000">
                    <a:alpha val="100000"/>
                  </a:srgbClr>
                </a:solidFill>
                <a:latin typeface="굴림"/>
                <a:ea typeface="굴림"/>
              </a:rPr>
              <a:t>진행하려고</a:t>
            </a:r>
            <a:r>
              <a:rPr sz="1800" b="0" i="0" strike="noStrike" dirty="0">
                <a:solidFill>
                  <a:srgbClr val="000000">
                    <a:alpha val="100000"/>
                  </a:srgbClr>
                </a:solidFill>
                <a:latin typeface="굴림"/>
                <a:ea typeface="굴림"/>
              </a:rPr>
              <a:t> </a:t>
            </a:r>
            <a:r>
              <a:rPr sz="1800" b="0" i="0" strike="noStrike" dirty="0" err="1">
                <a:solidFill>
                  <a:srgbClr val="000000">
                    <a:alpha val="100000"/>
                  </a:srgbClr>
                </a:solidFill>
                <a:latin typeface="굴림"/>
                <a:ea typeface="굴림"/>
              </a:rPr>
              <a:t>합니다</a:t>
            </a:r>
            <a:r>
              <a:rPr sz="1800" b="0" i="0" strike="noStrike" dirty="0">
                <a:solidFill>
                  <a:srgbClr val="000000">
                    <a:alpha val="100000"/>
                  </a:srgbClr>
                </a:solidFill>
                <a:latin typeface="굴림"/>
                <a:ea typeface="굴림"/>
              </a:rPr>
              <a:t>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B21B320-48E1-C720-C40F-61A2BF9A6755}"/>
              </a:ext>
            </a:extLst>
          </p:cNvPr>
          <p:cNvSpPr txBox="1"/>
          <p:nvPr/>
        </p:nvSpPr>
        <p:spPr>
          <a:xfrm>
            <a:off x="215704" y="6251484"/>
            <a:ext cx="8766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solidFill>
                  <a:schemeClr val="bg1"/>
                </a:solidFill>
              </a:rPr>
              <a:t>10</a:t>
            </a:r>
            <a:endParaRPr lang="ko-KR" altLang="en-US" dirty="0">
              <a:solidFill>
                <a:schemeClr val="bg1"/>
              </a:solidFill>
            </a:endParaRPr>
          </a:p>
        </p:txBody>
      </p:sp>
      <p:pic>
        <p:nvPicPr>
          <p:cNvPr id="11" name="그림 10" descr="텍스트, 스크린샷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50D26D3-3E85-E0D0-E19C-2C94ADA6684D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92396" y="5366016"/>
            <a:ext cx="6172200" cy="1247775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8394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5400000">
            <a:off x="-2784215" y="3422743"/>
            <a:ext cx="6858000" cy="127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10800000">
            <a:off x="0" y="1019092"/>
            <a:ext cx="12192000" cy="1270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6907" y="2056447"/>
            <a:ext cx="8101353" cy="754704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1854" y="5667648"/>
            <a:ext cx="3122177" cy="432843"/>
          </a:xfrm>
          <a:prstGeom prst="rect">
            <a:avLst/>
          </a:prstGeom>
        </p:spPr>
      </p:pic>
      <p:pic>
        <p:nvPicPr>
          <p:cNvPr id="6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11295" y="5348357"/>
            <a:ext cx="1150097" cy="44341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한컴오피스">
  <a:themeElements>
    <a:clrScheme name="한컴오피스">
      <a:dk1>
        <a:sysClr val="windowText" lastClr="000000"/>
      </a:dk1>
      <a:lt1>
        <a:sysClr val="window" lastClr="FFFFFF"/>
      </a:lt1>
      <a:dk2>
        <a:srgbClr val="3A3C84"/>
      </a:dk2>
      <a:lt2>
        <a:srgbClr val="FAF3DB"/>
      </a:lt2>
      <a:accent1>
        <a:srgbClr val="6182D6"/>
      </a:accent1>
      <a:accent2>
        <a:srgbClr val="FF843A"/>
      </a:accent2>
      <a:accent3>
        <a:srgbClr val="B2B2B2"/>
      </a:accent3>
      <a:accent4>
        <a:srgbClr val="FFD700"/>
      </a:accent4>
      <a:accent5>
        <a:srgbClr val="289B6E"/>
      </a:accent5>
      <a:accent6>
        <a:srgbClr val="9D5CBB"/>
      </a:accent6>
      <a:hlink>
        <a:srgbClr val="4A45FF"/>
      </a:hlink>
      <a:folHlink>
        <a:srgbClr val="BE27BB"/>
      </a:folHlink>
    </a:clrScheme>
    <a:fontScheme name="한컴오피스">
      <a:majorFont>
        <a:latin typeface="Calibri"/>
        <a:ea typeface=""/>
        <a:cs typeface=""/>
        <a:font script="Jpan" typeface="MS PGothic"/>
        <a:font script="Hang" typeface="맑은 고딕"/>
        <a:font script="Hans" typeface="SimSun"/>
        <a:font script="Hant" typeface="新細明體"/>
        <a:font script="Arab" typeface="Times New Roman"/>
        <a:font script="Hebr" typeface="Times New Roman"/>
        <a:font script="Thai" typeface="Angsana New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Ethi" typeface="Leelawadee UI"/>
        <a:font script="Mymr" typeface="Myanmar Text"/>
      </a:majorFont>
      <a:minorFont>
        <a:latin typeface="Calibri"/>
        <a:ea typeface=""/>
        <a:cs typeface=""/>
        <a:font script="Jpan" typeface="MS PGothic"/>
        <a:font script="Hang" typeface="맑은 고딕"/>
        <a:font script="Hans" typeface="SimSun"/>
        <a:font script="Hant" typeface="新細明體"/>
        <a:font script="Arab" typeface="Times New Roman"/>
        <a:font script="Hebr" typeface="Times New Roman"/>
        <a:font script="Thai" typeface="Angsana New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Ethi" typeface="Leelawadee UI"/>
        <a:font script="Mymr" typeface="Myanmar Text"/>
      </a:minorFont>
    </a:fontScheme>
    <a:fmtScheme name="한컴오피스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12700" cap="flat" cmpd="sng" algn="ctr">
          <a:solidFill>
            <a:schemeClr val="phClr">
              <a:satMod val="105000"/>
            </a:schemeClr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38100" dist="25400" dir="5400000" rotWithShape="0">
              <a:srgbClr val="000000">
                <a:alpha val="75000"/>
              </a:srgbClr>
            </a:outerShdw>
          </a:effectLst>
        </a:effectStyle>
        <a:effectStyle>
          <a:effectLst>
            <a:outerShdw blurRad="38100" dist="25400" dir="5400000" rotWithShape="0">
              <a:srgbClr val="000000">
                <a:alpha val="75000"/>
              </a:srgbClr>
            </a:outerShdw>
          </a:effectLst>
        </a:effectStyle>
        <a:effectStyle>
          <a:effectLst>
            <a:reflection blurRad="12700" stA="26000" endPos="28000" dist="38100" dir="5400000" sy="-100000" rotWithShape="0"/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116</TotalTime>
  <Words>141</Words>
  <Application>Microsoft Office PowerPoint</Application>
  <PresentationFormat>와이드스크린</PresentationFormat>
  <Paragraphs>34</Paragraphs>
  <Slides>13</Slides>
  <Notes>13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13</vt:i4>
      </vt:variant>
    </vt:vector>
  </HeadingPairs>
  <TitlesOfParts>
    <vt:vector size="18" baseType="lpstr">
      <vt:lpstr>-apple-system</vt:lpstr>
      <vt:lpstr>굴림</vt:lpstr>
      <vt:lpstr>Arial</vt:lpstr>
      <vt:lpstr>Calibri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Manager/>
  <Company>PptxGenJS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홍근영</cp:lastModifiedBy>
  <cp:revision>14</cp:revision>
  <dcterms:created xsi:type="dcterms:W3CDTF">2026-01-25T19:08:01Z</dcterms:created>
  <dcterms:modified xsi:type="dcterms:W3CDTF">2026-01-26T02:13:14Z</dcterms:modified>
  <cp:version/>
</cp:coreProperties>
</file>